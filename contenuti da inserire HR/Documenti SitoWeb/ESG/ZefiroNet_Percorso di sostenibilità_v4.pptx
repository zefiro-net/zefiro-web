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6"/>
  </p:notesMasterIdLst>
  <p:handoutMasterIdLst>
    <p:handoutMasterId r:id="rId17"/>
  </p:handoutMasterIdLst>
  <p:sldIdLst>
    <p:sldId id="1416255328" r:id="rId5"/>
    <p:sldId id="2147479289" r:id="rId6"/>
    <p:sldId id="2147479290" r:id="rId7"/>
    <p:sldId id="2147479291" r:id="rId8"/>
    <p:sldId id="2147479292" r:id="rId9"/>
    <p:sldId id="2147479297" r:id="rId10"/>
    <p:sldId id="2147479288" r:id="rId11"/>
    <p:sldId id="2147479294" r:id="rId12"/>
    <p:sldId id="2147479298" r:id="rId13"/>
    <p:sldId id="2147479295" r:id="rId14"/>
    <p:sldId id="2147479296" r:id="rId15"/>
  </p:sldIdLst>
  <p:sldSz cx="12192000" cy="6858000"/>
  <p:notesSz cx="6797675" cy="9926638"/>
  <p:custDataLst>
    <p:tags r:id="rId1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1F10C43-0D11-75BB-7A45-486D5C1010C6}" name="SCS Consulting" initials="SC" userId="SCS Consulting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9DD2EF"/>
    <a:srgbClr val="2191CF"/>
    <a:srgbClr val="DEF0FA"/>
    <a:srgbClr val="D6DCE4"/>
    <a:srgbClr val="E8F4F2"/>
    <a:srgbClr val="21B8C6"/>
    <a:srgbClr val="FA4616"/>
    <a:srgbClr val="FF6A00"/>
    <a:srgbClr val="9799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4F42F9-3D28-40C1-984D-585CF59CA344}" v="11" dt="2024-12-10T11:29:44.1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93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na De Vito" userId="f547e709-0530-44a8-85c8-cec6f468c16f" providerId="ADAL" clId="{5EF38CC1-E8E8-423B-82E1-DACAE26EDE04}"/>
    <pc:docChg chg="undo custSel addSld delSld modSld">
      <pc:chgData name="Cristina De Vito" userId="f547e709-0530-44a8-85c8-cec6f468c16f" providerId="ADAL" clId="{5EF38CC1-E8E8-423B-82E1-DACAE26EDE04}" dt="2024-07-12T15:32:47.700" v="182" actId="20577"/>
      <pc:docMkLst>
        <pc:docMk/>
      </pc:docMkLst>
      <pc:sldChg chg="modSp add del mod">
        <pc:chgData name="Cristina De Vito" userId="f547e709-0530-44a8-85c8-cec6f468c16f" providerId="ADAL" clId="{5EF38CC1-E8E8-423B-82E1-DACAE26EDE04}" dt="2024-07-12T07:40:57.873" v="2" actId="2696"/>
        <pc:sldMkLst>
          <pc:docMk/>
          <pc:sldMk cId="800962904" sldId="3825"/>
        </pc:sldMkLst>
      </pc:sldChg>
      <pc:sldChg chg="addSp delSp modSp mod">
        <pc:chgData name="Cristina De Vito" userId="f547e709-0530-44a8-85c8-cec6f468c16f" providerId="ADAL" clId="{5EF38CC1-E8E8-423B-82E1-DACAE26EDE04}" dt="2024-07-12T15:32:47.700" v="182" actId="20577"/>
        <pc:sldMkLst>
          <pc:docMk/>
          <pc:sldMk cId="4086702424" sldId="1416255328"/>
        </pc:sldMkLst>
      </pc:sldChg>
      <pc:sldChg chg="delSp modSp add del mod">
        <pc:chgData name="Cristina De Vito" userId="f547e709-0530-44a8-85c8-cec6f468c16f" providerId="ADAL" clId="{5EF38CC1-E8E8-423B-82E1-DACAE26EDE04}" dt="2024-07-12T15:31:49.427" v="155" actId="2696"/>
        <pc:sldMkLst>
          <pc:docMk/>
          <pc:sldMk cId="3972881419" sldId="2146846684"/>
        </pc:sldMkLst>
      </pc:sldChg>
      <pc:sldChg chg="modSp add del mod">
        <pc:chgData name="Cristina De Vito" userId="f547e709-0530-44a8-85c8-cec6f468c16f" providerId="ADAL" clId="{5EF38CC1-E8E8-423B-82E1-DACAE26EDE04}" dt="2024-07-12T15:31:49.427" v="155" actId="2696"/>
        <pc:sldMkLst>
          <pc:docMk/>
          <pc:sldMk cId="2394289074" sldId="2146846687"/>
        </pc:sldMkLst>
      </pc:sldChg>
      <pc:sldChg chg="modSp add del mod">
        <pc:chgData name="Cristina De Vito" userId="f547e709-0530-44a8-85c8-cec6f468c16f" providerId="ADAL" clId="{5EF38CC1-E8E8-423B-82E1-DACAE26EDE04}" dt="2024-07-12T15:31:49.427" v="155" actId="2696"/>
        <pc:sldMkLst>
          <pc:docMk/>
          <pc:sldMk cId="400606027" sldId="2146846688"/>
        </pc:sldMkLst>
      </pc:sldChg>
      <pc:sldChg chg="modSp add del mod">
        <pc:chgData name="Cristina De Vito" userId="f547e709-0530-44a8-85c8-cec6f468c16f" providerId="ADAL" clId="{5EF38CC1-E8E8-423B-82E1-DACAE26EDE04}" dt="2024-07-12T15:31:49.427" v="155" actId="2696"/>
        <pc:sldMkLst>
          <pc:docMk/>
          <pc:sldMk cId="2522021785" sldId="2146846689"/>
        </pc:sldMkLst>
      </pc:sldChg>
      <pc:sldChg chg="modSp add del mod">
        <pc:chgData name="Cristina De Vito" userId="f547e709-0530-44a8-85c8-cec6f468c16f" providerId="ADAL" clId="{5EF38CC1-E8E8-423B-82E1-DACAE26EDE04}" dt="2024-07-12T15:31:49.427" v="155" actId="2696"/>
        <pc:sldMkLst>
          <pc:docMk/>
          <pc:sldMk cId="2352028831" sldId="2146846690"/>
        </pc:sldMkLst>
      </pc:sldChg>
      <pc:sldChg chg="modSp add del mod">
        <pc:chgData name="Cristina De Vito" userId="f547e709-0530-44a8-85c8-cec6f468c16f" providerId="ADAL" clId="{5EF38CC1-E8E8-423B-82E1-DACAE26EDE04}" dt="2024-07-12T15:31:49.427" v="155" actId="2696"/>
        <pc:sldMkLst>
          <pc:docMk/>
          <pc:sldMk cId="3611004024" sldId="2146846691"/>
        </pc:sldMkLst>
      </pc:sldChg>
      <pc:sldChg chg="modSp add del mod">
        <pc:chgData name="Cristina De Vito" userId="f547e709-0530-44a8-85c8-cec6f468c16f" providerId="ADAL" clId="{5EF38CC1-E8E8-423B-82E1-DACAE26EDE04}" dt="2024-07-12T15:31:49.427" v="155" actId="2696"/>
        <pc:sldMkLst>
          <pc:docMk/>
          <pc:sldMk cId="3917595513" sldId="2146846692"/>
        </pc:sldMkLst>
      </pc:sldChg>
      <pc:sldChg chg="modSp add del mod">
        <pc:chgData name="Cristina De Vito" userId="f547e709-0530-44a8-85c8-cec6f468c16f" providerId="ADAL" clId="{5EF38CC1-E8E8-423B-82E1-DACAE26EDE04}" dt="2024-07-12T15:31:49.427" v="155" actId="2696"/>
        <pc:sldMkLst>
          <pc:docMk/>
          <pc:sldMk cId="437994914" sldId="2146846693"/>
        </pc:sldMkLst>
      </pc:sldChg>
      <pc:sldChg chg="delSp modSp add del mod">
        <pc:chgData name="Cristina De Vito" userId="f547e709-0530-44a8-85c8-cec6f468c16f" providerId="ADAL" clId="{5EF38CC1-E8E8-423B-82E1-DACAE26EDE04}" dt="2024-07-12T15:31:49.427" v="155" actId="2696"/>
        <pc:sldMkLst>
          <pc:docMk/>
          <pc:sldMk cId="2983422730" sldId="2146846696"/>
        </pc:sldMkLst>
      </pc:sldChg>
      <pc:sldChg chg="delSp modSp add del mod">
        <pc:chgData name="Cristina De Vito" userId="f547e709-0530-44a8-85c8-cec6f468c16f" providerId="ADAL" clId="{5EF38CC1-E8E8-423B-82E1-DACAE26EDE04}" dt="2024-07-12T15:31:49.427" v="155" actId="2696"/>
        <pc:sldMkLst>
          <pc:docMk/>
          <pc:sldMk cId="3000517440" sldId="2146846697"/>
        </pc:sldMkLst>
      </pc:sldChg>
      <pc:sldChg chg="delSp modSp add del mod">
        <pc:chgData name="Cristina De Vito" userId="f547e709-0530-44a8-85c8-cec6f468c16f" providerId="ADAL" clId="{5EF38CC1-E8E8-423B-82E1-DACAE26EDE04}" dt="2024-07-12T15:31:49.427" v="155" actId="2696"/>
        <pc:sldMkLst>
          <pc:docMk/>
          <pc:sldMk cId="3226022306" sldId="2146846698"/>
        </pc:sldMkLst>
      </pc:sldChg>
      <pc:sldChg chg="modSp add del mod">
        <pc:chgData name="Cristina De Vito" userId="f547e709-0530-44a8-85c8-cec6f468c16f" providerId="ADAL" clId="{5EF38CC1-E8E8-423B-82E1-DACAE26EDE04}" dt="2024-07-12T15:31:49.427" v="155" actId="2696"/>
        <pc:sldMkLst>
          <pc:docMk/>
          <pc:sldMk cId="3396678455" sldId="2146846700"/>
        </pc:sldMkLst>
      </pc:sldChg>
      <pc:sldChg chg="modSp add del mod">
        <pc:chgData name="Cristina De Vito" userId="f547e709-0530-44a8-85c8-cec6f468c16f" providerId="ADAL" clId="{5EF38CC1-E8E8-423B-82E1-DACAE26EDE04}" dt="2024-07-12T15:31:49.427" v="155" actId="2696"/>
        <pc:sldMkLst>
          <pc:docMk/>
          <pc:sldMk cId="2413204648" sldId="2146846701"/>
        </pc:sldMkLst>
      </pc:sldChg>
      <pc:sldChg chg="modSp add del mod">
        <pc:chgData name="Cristina De Vito" userId="f547e709-0530-44a8-85c8-cec6f468c16f" providerId="ADAL" clId="{5EF38CC1-E8E8-423B-82E1-DACAE26EDE04}" dt="2024-07-12T15:31:49.427" v="155" actId="2696"/>
        <pc:sldMkLst>
          <pc:docMk/>
          <pc:sldMk cId="243620650" sldId="2146846702"/>
        </pc:sldMkLst>
      </pc:sldChg>
      <pc:sldChg chg="delSp modSp add del mod">
        <pc:chgData name="Cristina De Vito" userId="f547e709-0530-44a8-85c8-cec6f468c16f" providerId="ADAL" clId="{5EF38CC1-E8E8-423B-82E1-DACAE26EDE04}" dt="2024-07-12T15:31:49.427" v="155" actId="2696"/>
        <pc:sldMkLst>
          <pc:docMk/>
          <pc:sldMk cId="489804267" sldId="2146846703"/>
        </pc:sldMkLst>
      </pc:sldChg>
      <pc:sldChg chg="modSp add del mod">
        <pc:chgData name="Cristina De Vito" userId="f547e709-0530-44a8-85c8-cec6f468c16f" providerId="ADAL" clId="{5EF38CC1-E8E8-423B-82E1-DACAE26EDE04}" dt="2024-07-12T15:31:49.427" v="155" actId="2696"/>
        <pc:sldMkLst>
          <pc:docMk/>
          <pc:sldMk cId="426113534" sldId="2146846704"/>
        </pc:sldMkLst>
      </pc:sldChg>
      <pc:sldChg chg="modSp add del mod">
        <pc:chgData name="Cristina De Vito" userId="f547e709-0530-44a8-85c8-cec6f468c16f" providerId="ADAL" clId="{5EF38CC1-E8E8-423B-82E1-DACAE26EDE04}" dt="2024-07-12T15:31:49.427" v="155" actId="2696"/>
        <pc:sldMkLst>
          <pc:docMk/>
          <pc:sldMk cId="3848968887" sldId="2146846705"/>
        </pc:sldMkLst>
      </pc:sldChg>
      <pc:sldChg chg="delSp modSp add del mod">
        <pc:chgData name="Cristina De Vito" userId="f547e709-0530-44a8-85c8-cec6f468c16f" providerId="ADAL" clId="{5EF38CC1-E8E8-423B-82E1-DACAE26EDE04}" dt="2024-07-12T15:31:49.427" v="155" actId="2696"/>
        <pc:sldMkLst>
          <pc:docMk/>
          <pc:sldMk cId="2877477449" sldId="2146846706"/>
        </pc:sldMkLst>
      </pc:sldChg>
      <pc:sldChg chg="modSp add del mod">
        <pc:chgData name="Cristina De Vito" userId="f547e709-0530-44a8-85c8-cec6f468c16f" providerId="ADAL" clId="{5EF38CC1-E8E8-423B-82E1-DACAE26EDE04}" dt="2024-07-12T15:31:49.427" v="155" actId="2696"/>
        <pc:sldMkLst>
          <pc:docMk/>
          <pc:sldMk cId="124352504" sldId="2146846707"/>
        </pc:sldMkLst>
      </pc:sldChg>
      <pc:sldChg chg="delSp modSp add del mod">
        <pc:chgData name="Cristina De Vito" userId="f547e709-0530-44a8-85c8-cec6f468c16f" providerId="ADAL" clId="{5EF38CC1-E8E8-423B-82E1-DACAE26EDE04}" dt="2024-07-12T15:31:49.427" v="155" actId="2696"/>
        <pc:sldMkLst>
          <pc:docMk/>
          <pc:sldMk cId="2237228508" sldId="2146846708"/>
        </pc:sldMkLst>
      </pc:sldChg>
      <pc:sldChg chg="delSp modSp add del mod">
        <pc:chgData name="Cristina De Vito" userId="f547e709-0530-44a8-85c8-cec6f468c16f" providerId="ADAL" clId="{5EF38CC1-E8E8-423B-82E1-DACAE26EDE04}" dt="2024-07-12T15:31:49.427" v="155" actId="2696"/>
        <pc:sldMkLst>
          <pc:docMk/>
          <pc:sldMk cId="1181172308" sldId="2146846709"/>
        </pc:sldMkLst>
      </pc:sldChg>
      <pc:sldMasterChg chg="delSldLayout">
        <pc:chgData name="Cristina De Vito" userId="f547e709-0530-44a8-85c8-cec6f468c16f" providerId="ADAL" clId="{5EF38CC1-E8E8-423B-82E1-DACAE26EDE04}" dt="2024-07-12T15:31:49.427" v="155" actId="2696"/>
        <pc:sldMasterMkLst>
          <pc:docMk/>
          <pc:sldMasterMk cId="682504062" sldId="2147483684"/>
        </pc:sldMasterMkLst>
        <pc:sldLayoutChg chg="del">
          <pc:chgData name="Cristina De Vito" userId="f547e709-0530-44a8-85c8-cec6f468c16f" providerId="ADAL" clId="{5EF38CC1-E8E8-423B-82E1-DACAE26EDE04}" dt="2024-07-12T07:40:57.873" v="2" actId="2696"/>
          <pc:sldLayoutMkLst>
            <pc:docMk/>
            <pc:sldMasterMk cId="682504062" sldId="2147483684"/>
            <pc:sldLayoutMk cId="959794284" sldId="2147483705"/>
          </pc:sldLayoutMkLst>
        </pc:sldLayoutChg>
        <pc:sldLayoutChg chg="del">
          <pc:chgData name="Cristina De Vito" userId="f547e709-0530-44a8-85c8-cec6f468c16f" providerId="ADAL" clId="{5EF38CC1-E8E8-423B-82E1-DACAE26EDE04}" dt="2024-07-12T15:31:49.427" v="155" actId="2696"/>
          <pc:sldLayoutMkLst>
            <pc:docMk/>
            <pc:sldMasterMk cId="682504062" sldId="2147483684"/>
            <pc:sldLayoutMk cId="1864846666" sldId="2147483705"/>
          </pc:sldLayoutMkLst>
        </pc:sldLayoutChg>
        <pc:sldLayoutChg chg="del">
          <pc:chgData name="Cristina De Vito" userId="f547e709-0530-44a8-85c8-cec6f468c16f" providerId="ADAL" clId="{5EF38CC1-E8E8-423B-82E1-DACAE26EDE04}" dt="2024-07-12T15:31:49.427" v="155" actId="2696"/>
          <pc:sldLayoutMkLst>
            <pc:docMk/>
            <pc:sldMasterMk cId="682504062" sldId="2147483684"/>
            <pc:sldLayoutMk cId="1003859314" sldId="2147483706"/>
          </pc:sldLayoutMkLst>
        </pc:sldLayoutChg>
        <pc:sldLayoutChg chg="del">
          <pc:chgData name="Cristina De Vito" userId="f547e709-0530-44a8-85c8-cec6f468c16f" providerId="ADAL" clId="{5EF38CC1-E8E8-423B-82E1-DACAE26EDE04}" dt="2024-07-12T15:31:49.427" v="155" actId="2696"/>
          <pc:sldLayoutMkLst>
            <pc:docMk/>
            <pc:sldMasterMk cId="682504062" sldId="2147483684"/>
            <pc:sldLayoutMk cId="1444424425" sldId="2147483707"/>
          </pc:sldLayoutMkLst>
        </pc:sldLayoutChg>
      </pc:sldMasterChg>
    </pc:docChg>
  </pc:docChgLst>
  <pc:docChgLst>
    <pc:chgData name="Ilaria Bonazzi" userId="295470bc-6880-40bf-9a62-3e0f8dda1b51" providerId="ADAL" clId="{7C58F9B3-277F-47FC-911E-B5039F3CBCC5}"/>
    <pc:docChg chg="undo custSel modSld">
      <pc:chgData name="Ilaria Bonazzi" userId="295470bc-6880-40bf-9a62-3e0f8dda1b51" providerId="ADAL" clId="{7C58F9B3-277F-47FC-911E-B5039F3CBCC5}" dt="2024-11-28T13:14:23.692" v="117" actId="1035"/>
      <pc:docMkLst>
        <pc:docMk/>
      </pc:docMkLst>
      <pc:sldChg chg="addSp modSp mod">
        <pc:chgData name="Ilaria Bonazzi" userId="295470bc-6880-40bf-9a62-3e0f8dda1b51" providerId="ADAL" clId="{7C58F9B3-277F-47FC-911E-B5039F3CBCC5}" dt="2024-11-28T13:14:23.692" v="117" actId="1035"/>
        <pc:sldMkLst>
          <pc:docMk/>
          <pc:sldMk cId="2812440588" sldId="2147479288"/>
        </pc:sldMkLst>
        <pc:spChg chg="add mod">
          <ac:chgData name="Ilaria Bonazzi" userId="295470bc-6880-40bf-9a62-3e0f8dda1b51" providerId="ADAL" clId="{7C58F9B3-277F-47FC-911E-B5039F3CBCC5}" dt="2024-11-28T13:11:54.450" v="47"/>
          <ac:spMkLst>
            <pc:docMk/>
            <pc:sldMk cId="2812440588" sldId="2147479288"/>
            <ac:spMk id="2" creationId="{35BEE85F-F13B-ECB4-7A1D-0848ED1B3591}"/>
          </ac:spMkLst>
        </pc:spChg>
        <pc:spChg chg="add mod">
          <ac:chgData name="Ilaria Bonazzi" userId="295470bc-6880-40bf-9a62-3e0f8dda1b51" providerId="ADAL" clId="{7C58F9B3-277F-47FC-911E-B5039F3CBCC5}" dt="2024-11-28T13:14:13.769" v="56" actId="554"/>
          <ac:spMkLst>
            <pc:docMk/>
            <pc:sldMk cId="2812440588" sldId="2147479288"/>
            <ac:spMk id="4" creationId="{4F211693-71FE-F370-2A5E-AD1B798796D6}"/>
          </ac:spMkLst>
        </pc:spChg>
        <pc:spChg chg="add mod">
          <ac:chgData name="Ilaria Bonazzi" userId="295470bc-6880-40bf-9a62-3e0f8dda1b51" providerId="ADAL" clId="{7C58F9B3-277F-47FC-911E-B5039F3CBCC5}" dt="2024-11-28T13:14:13.769" v="56" actId="554"/>
          <ac:spMkLst>
            <pc:docMk/>
            <pc:sldMk cId="2812440588" sldId="2147479288"/>
            <ac:spMk id="5" creationId="{0C59128B-162C-2FDE-2C8A-047974544833}"/>
          </ac:spMkLst>
        </pc:spChg>
        <pc:spChg chg="mod">
          <ac:chgData name="Ilaria Bonazzi" userId="295470bc-6880-40bf-9a62-3e0f8dda1b51" providerId="ADAL" clId="{7C58F9B3-277F-47FC-911E-B5039F3CBCC5}" dt="2024-11-28T13:14:19.044" v="57"/>
          <ac:spMkLst>
            <pc:docMk/>
            <pc:sldMk cId="2812440588" sldId="2147479288"/>
            <ac:spMk id="8" creationId="{1B7B0C7B-87C0-AF89-229D-60E25B812D63}"/>
          </ac:spMkLst>
        </pc:spChg>
        <pc:spChg chg="mod">
          <ac:chgData name="Ilaria Bonazzi" userId="295470bc-6880-40bf-9a62-3e0f8dda1b51" providerId="ADAL" clId="{7C58F9B3-277F-47FC-911E-B5039F3CBCC5}" dt="2024-11-28T13:14:19.044" v="57"/>
          <ac:spMkLst>
            <pc:docMk/>
            <pc:sldMk cId="2812440588" sldId="2147479288"/>
            <ac:spMk id="10" creationId="{D557E068-8831-162E-945C-045A478A4D57}"/>
          </ac:spMkLst>
        </pc:spChg>
        <pc:spChg chg="mod">
          <ac:chgData name="Ilaria Bonazzi" userId="295470bc-6880-40bf-9a62-3e0f8dda1b51" providerId="ADAL" clId="{7C58F9B3-277F-47FC-911E-B5039F3CBCC5}" dt="2024-11-28T13:11:17.390" v="25" actId="1035"/>
          <ac:spMkLst>
            <pc:docMk/>
            <pc:sldMk cId="2812440588" sldId="2147479288"/>
            <ac:spMk id="57" creationId="{3414F0D4-1589-5158-4C92-B5B45A503CAC}"/>
          </ac:spMkLst>
        </pc:spChg>
        <pc:spChg chg="mod">
          <ac:chgData name="Ilaria Bonazzi" userId="295470bc-6880-40bf-9a62-3e0f8dda1b51" providerId="ADAL" clId="{7C58F9B3-277F-47FC-911E-B5039F3CBCC5}" dt="2024-11-28T13:11:17.390" v="25" actId="1035"/>
          <ac:spMkLst>
            <pc:docMk/>
            <pc:sldMk cId="2812440588" sldId="2147479288"/>
            <ac:spMk id="58" creationId="{35EEE225-F26E-2BCD-5B2F-BF89431A3F17}"/>
          </ac:spMkLst>
        </pc:spChg>
        <pc:spChg chg="mod">
          <ac:chgData name="Ilaria Bonazzi" userId="295470bc-6880-40bf-9a62-3e0f8dda1b51" providerId="ADAL" clId="{7C58F9B3-277F-47FC-911E-B5039F3CBCC5}" dt="2024-11-28T13:11:17.390" v="25" actId="1035"/>
          <ac:spMkLst>
            <pc:docMk/>
            <pc:sldMk cId="2812440588" sldId="2147479288"/>
            <ac:spMk id="63" creationId="{42B01F1A-49B8-9576-7DA1-1ACA6B4D82C3}"/>
          </ac:spMkLst>
        </pc:spChg>
        <pc:spChg chg="mod">
          <ac:chgData name="Ilaria Bonazzi" userId="295470bc-6880-40bf-9a62-3e0f8dda1b51" providerId="ADAL" clId="{7C58F9B3-277F-47FC-911E-B5039F3CBCC5}" dt="2024-11-28T13:11:17.390" v="25" actId="1035"/>
          <ac:spMkLst>
            <pc:docMk/>
            <pc:sldMk cId="2812440588" sldId="2147479288"/>
            <ac:spMk id="66" creationId="{A8449DE7-326F-CDEC-5DB8-A77D5B3065EE}"/>
          </ac:spMkLst>
        </pc:spChg>
        <pc:spChg chg="mod">
          <ac:chgData name="Ilaria Bonazzi" userId="295470bc-6880-40bf-9a62-3e0f8dda1b51" providerId="ADAL" clId="{7C58F9B3-277F-47FC-911E-B5039F3CBCC5}" dt="2024-11-28T13:11:32.729" v="45" actId="1035"/>
          <ac:spMkLst>
            <pc:docMk/>
            <pc:sldMk cId="2812440588" sldId="2147479288"/>
            <ac:spMk id="69" creationId="{B942B315-2DA1-C0F6-0177-8881769C455A}"/>
          </ac:spMkLst>
        </pc:spChg>
        <pc:spChg chg="mod">
          <ac:chgData name="Ilaria Bonazzi" userId="295470bc-6880-40bf-9a62-3e0f8dda1b51" providerId="ADAL" clId="{7C58F9B3-277F-47FC-911E-B5039F3CBCC5}" dt="2024-11-28T13:11:32.729" v="45" actId="1035"/>
          <ac:spMkLst>
            <pc:docMk/>
            <pc:sldMk cId="2812440588" sldId="2147479288"/>
            <ac:spMk id="70" creationId="{BC0E9A59-4AA6-15AD-F775-2CB95C80F1A7}"/>
          </ac:spMkLst>
        </pc:spChg>
        <pc:spChg chg="mod">
          <ac:chgData name="Ilaria Bonazzi" userId="295470bc-6880-40bf-9a62-3e0f8dda1b51" providerId="ADAL" clId="{7C58F9B3-277F-47FC-911E-B5039F3CBCC5}" dt="2024-11-28T13:11:32.729" v="45" actId="1035"/>
          <ac:spMkLst>
            <pc:docMk/>
            <pc:sldMk cId="2812440588" sldId="2147479288"/>
            <ac:spMk id="71" creationId="{58FB2478-8542-CC08-9CD8-08B9FF587AA8}"/>
          </ac:spMkLst>
        </pc:spChg>
        <pc:spChg chg="mod">
          <ac:chgData name="Ilaria Bonazzi" userId="295470bc-6880-40bf-9a62-3e0f8dda1b51" providerId="ADAL" clId="{7C58F9B3-277F-47FC-911E-B5039F3CBCC5}" dt="2024-11-28T13:11:32.729" v="45" actId="1035"/>
          <ac:spMkLst>
            <pc:docMk/>
            <pc:sldMk cId="2812440588" sldId="2147479288"/>
            <ac:spMk id="72" creationId="{E9B86C5C-7216-965E-68C7-7561A2C38A93}"/>
          </ac:spMkLst>
        </pc:spChg>
        <pc:spChg chg="mod">
          <ac:chgData name="Ilaria Bonazzi" userId="295470bc-6880-40bf-9a62-3e0f8dda1b51" providerId="ADAL" clId="{7C58F9B3-277F-47FC-911E-B5039F3CBCC5}" dt="2024-11-28T13:11:17.390" v="25" actId="1035"/>
          <ac:spMkLst>
            <pc:docMk/>
            <pc:sldMk cId="2812440588" sldId="2147479288"/>
            <ac:spMk id="91" creationId="{46491309-D644-7877-1324-409A1D5333AE}"/>
          </ac:spMkLst>
        </pc:spChg>
        <pc:spChg chg="mod">
          <ac:chgData name="Ilaria Bonazzi" userId="295470bc-6880-40bf-9a62-3e0f8dda1b51" providerId="ADAL" clId="{7C58F9B3-277F-47FC-911E-B5039F3CBCC5}" dt="2024-11-28T13:11:32.729" v="45" actId="1035"/>
          <ac:spMkLst>
            <pc:docMk/>
            <pc:sldMk cId="2812440588" sldId="2147479288"/>
            <ac:spMk id="92" creationId="{01CF9BC0-EA87-9C3E-4B95-267D705E6977}"/>
          </ac:spMkLst>
        </pc:spChg>
        <pc:grpChg chg="add mod">
          <ac:chgData name="Ilaria Bonazzi" userId="295470bc-6880-40bf-9a62-3e0f8dda1b51" providerId="ADAL" clId="{7C58F9B3-277F-47FC-911E-B5039F3CBCC5}" dt="2024-11-28T13:14:23.692" v="117" actId="1035"/>
          <ac:grpSpMkLst>
            <pc:docMk/>
            <pc:sldMk cId="2812440588" sldId="2147479288"/>
            <ac:grpSpMk id="6" creationId="{EB4C986C-91E8-65AF-E07E-8B214906E918}"/>
          </ac:grpSpMkLst>
        </pc:grpChg>
        <pc:grpChg chg="mod">
          <ac:chgData name="Ilaria Bonazzi" userId="295470bc-6880-40bf-9a62-3e0f8dda1b51" providerId="ADAL" clId="{7C58F9B3-277F-47FC-911E-B5039F3CBCC5}" dt="2024-11-28T13:11:17.390" v="25" actId="1035"/>
          <ac:grpSpMkLst>
            <pc:docMk/>
            <pc:sldMk cId="2812440588" sldId="2147479288"/>
            <ac:grpSpMk id="99" creationId="{80F38B19-6C56-D494-D1F6-8121C1662A89}"/>
          </ac:grpSpMkLst>
        </pc:grpChg>
        <pc:grpChg chg="mod">
          <ac:chgData name="Ilaria Bonazzi" userId="295470bc-6880-40bf-9a62-3e0f8dda1b51" providerId="ADAL" clId="{7C58F9B3-277F-47FC-911E-B5039F3CBCC5}" dt="2024-11-28T13:11:17.390" v="25" actId="1035"/>
          <ac:grpSpMkLst>
            <pc:docMk/>
            <pc:sldMk cId="2812440588" sldId="2147479288"/>
            <ac:grpSpMk id="102" creationId="{FC0D90B7-77F7-C7AE-1026-37F6950404F8}"/>
          </ac:grpSpMkLst>
        </pc:grpChg>
        <pc:grpChg chg="mod">
          <ac:chgData name="Ilaria Bonazzi" userId="295470bc-6880-40bf-9a62-3e0f8dda1b51" providerId="ADAL" clId="{7C58F9B3-277F-47FC-911E-B5039F3CBCC5}" dt="2024-11-28T13:11:32.729" v="45" actId="1035"/>
          <ac:grpSpMkLst>
            <pc:docMk/>
            <pc:sldMk cId="2812440588" sldId="2147479288"/>
            <ac:grpSpMk id="105" creationId="{FBDBF12F-23CF-7014-53B3-CAA95E5FC872}"/>
          </ac:grpSpMkLst>
        </pc:grpChg>
        <pc:grpChg chg="mod">
          <ac:chgData name="Ilaria Bonazzi" userId="295470bc-6880-40bf-9a62-3e0f8dda1b51" providerId="ADAL" clId="{7C58F9B3-277F-47FC-911E-B5039F3CBCC5}" dt="2024-11-28T13:11:32.729" v="45" actId="1035"/>
          <ac:grpSpMkLst>
            <pc:docMk/>
            <pc:sldMk cId="2812440588" sldId="2147479288"/>
            <ac:grpSpMk id="108" creationId="{89628535-5726-D7C6-4A6F-5E7E08D251A7}"/>
          </ac:grpSpMkLst>
        </pc:grpChg>
      </pc:sldChg>
    </pc:docChg>
  </pc:docChgLst>
  <pc:docChgLst>
    <pc:chgData name="Ilaria Bonazzi" userId="295470bc-6880-40bf-9a62-3e0f8dda1b51" providerId="ADAL" clId="{4DA83BA2-23ED-4EE7-AA48-A0874F2DD6FE}"/>
    <pc:docChg chg="undo redo custSel addSld delSld modSld modMainMaster">
      <pc:chgData name="Ilaria Bonazzi" userId="295470bc-6880-40bf-9a62-3e0f8dda1b51" providerId="ADAL" clId="{4DA83BA2-23ED-4EE7-AA48-A0874F2DD6FE}" dt="2024-11-14T11:59:53.203" v="2878" actId="207"/>
      <pc:docMkLst>
        <pc:docMk/>
      </pc:docMkLst>
      <pc:sldChg chg="modSp mod delCm modCm">
        <pc:chgData name="Ilaria Bonazzi" userId="295470bc-6880-40bf-9a62-3e0f8dda1b51" providerId="ADAL" clId="{4DA83BA2-23ED-4EE7-AA48-A0874F2DD6FE}" dt="2024-11-14T11:59:16.642" v="2876"/>
        <pc:sldMkLst>
          <pc:docMk/>
          <pc:sldMk cId="3770655999" sldId="141625533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Ilaria Bonazzi" userId="295470bc-6880-40bf-9a62-3e0f8dda1b51" providerId="ADAL" clId="{4DA83BA2-23ED-4EE7-AA48-A0874F2DD6FE}" dt="2024-11-14T11:59:16.642" v="2876"/>
              <pc2:cmMkLst xmlns:pc2="http://schemas.microsoft.com/office/powerpoint/2019/9/main/command">
                <pc:docMk/>
                <pc:sldMk cId="3770655999" sldId="1416255333"/>
                <pc2:cmMk id="{2E0ECDFC-58AF-4DB2-BAC0-AF21C8A2AB83}"/>
              </pc2:cmMkLst>
            </pc226:cmChg>
          </p:ext>
        </pc:extLst>
      </pc:sldChg>
      <pc:sldChg chg="addSp delSp modSp mod">
        <pc:chgData name="Ilaria Bonazzi" userId="295470bc-6880-40bf-9a62-3e0f8dda1b51" providerId="ADAL" clId="{4DA83BA2-23ED-4EE7-AA48-A0874F2DD6FE}" dt="2024-11-14T11:51:11.578" v="2738" actId="14100"/>
        <pc:sldMkLst>
          <pc:docMk/>
          <pc:sldMk cId="2812440588" sldId="2147479288"/>
        </pc:sldMkLst>
        <pc:spChg chg="mod">
          <ac:chgData name="Ilaria Bonazzi" userId="295470bc-6880-40bf-9a62-3e0f8dda1b51" providerId="ADAL" clId="{4DA83BA2-23ED-4EE7-AA48-A0874F2DD6FE}" dt="2024-11-12T12:57:12.143" v="24" actId="20577"/>
          <ac:spMkLst>
            <pc:docMk/>
            <pc:sldMk cId="2812440588" sldId="2147479288"/>
            <ac:spMk id="3" creationId="{C0A84EE6-4B08-1CD2-D5F9-C41D5238E0A0}"/>
          </ac:spMkLst>
        </pc:spChg>
        <pc:spChg chg="add mod">
          <ac:chgData name="Ilaria Bonazzi" userId="295470bc-6880-40bf-9a62-3e0f8dda1b51" providerId="ADAL" clId="{4DA83BA2-23ED-4EE7-AA48-A0874F2DD6FE}" dt="2024-11-14T11:15:56.871" v="2645" actId="1035"/>
          <ac:spMkLst>
            <pc:docMk/>
            <pc:sldMk cId="2812440588" sldId="2147479288"/>
            <ac:spMk id="57" creationId="{3414F0D4-1589-5158-4C92-B5B45A503CAC}"/>
          </ac:spMkLst>
        </pc:spChg>
        <pc:spChg chg="add mod">
          <ac:chgData name="Ilaria Bonazzi" userId="295470bc-6880-40bf-9a62-3e0f8dda1b51" providerId="ADAL" clId="{4DA83BA2-23ED-4EE7-AA48-A0874F2DD6FE}" dt="2024-11-14T11:15:56.871" v="2645" actId="1035"/>
          <ac:spMkLst>
            <pc:docMk/>
            <pc:sldMk cId="2812440588" sldId="2147479288"/>
            <ac:spMk id="58" creationId="{35EEE225-F26E-2BCD-5B2F-BF89431A3F17}"/>
          </ac:spMkLst>
        </pc:spChg>
        <pc:spChg chg="add mod">
          <ac:chgData name="Ilaria Bonazzi" userId="295470bc-6880-40bf-9a62-3e0f8dda1b51" providerId="ADAL" clId="{4DA83BA2-23ED-4EE7-AA48-A0874F2DD6FE}" dt="2024-11-14T11:45:43.842" v="2688" actId="554"/>
          <ac:spMkLst>
            <pc:docMk/>
            <pc:sldMk cId="2812440588" sldId="2147479288"/>
            <ac:spMk id="59" creationId="{F0886AA1-9B23-B970-B9F5-8ED8188D2314}"/>
          </ac:spMkLst>
        </pc:spChg>
        <pc:spChg chg="add mod">
          <ac:chgData name="Ilaria Bonazzi" userId="295470bc-6880-40bf-9a62-3e0f8dda1b51" providerId="ADAL" clId="{4DA83BA2-23ED-4EE7-AA48-A0874F2DD6FE}" dt="2024-11-14T10:01:45.563" v="2587" actId="12788"/>
          <ac:spMkLst>
            <pc:docMk/>
            <pc:sldMk cId="2812440588" sldId="2147479288"/>
            <ac:spMk id="60" creationId="{A58FEA1F-59A5-3075-E6C1-DDECCB40EBB2}"/>
          </ac:spMkLst>
        </pc:spChg>
        <pc:spChg chg="add mod">
          <ac:chgData name="Ilaria Bonazzi" userId="295470bc-6880-40bf-9a62-3e0f8dda1b51" providerId="ADAL" clId="{4DA83BA2-23ED-4EE7-AA48-A0874F2DD6FE}" dt="2024-11-14T11:50:28.196" v="2734" actId="554"/>
          <ac:spMkLst>
            <pc:docMk/>
            <pc:sldMk cId="2812440588" sldId="2147479288"/>
            <ac:spMk id="63" creationId="{42B01F1A-49B8-9576-7DA1-1ACA6B4D82C3}"/>
          </ac:spMkLst>
        </pc:spChg>
        <pc:spChg chg="add mod">
          <ac:chgData name="Ilaria Bonazzi" userId="295470bc-6880-40bf-9a62-3e0f8dda1b51" providerId="ADAL" clId="{4DA83BA2-23ED-4EE7-AA48-A0874F2DD6FE}" dt="2024-11-14T11:50:28.196" v="2734" actId="554"/>
          <ac:spMkLst>
            <pc:docMk/>
            <pc:sldMk cId="2812440588" sldId="2147479288"/>
            <ac:spMk id="66" creationId="{A8449DE7-326F-CDEC-5DB8-A77D5B3065EE}"/>
          </ac:spMkLst>
        </pc:spChg>
        <pc:spChg chg="add mod topLvl">
          <ac:chgData name="Ilaria Bonazzi" userId="295470bc-6880-40bf-9a62-3e0f8dda1b51" providerId="ADAL" clId="{4DA83BA2-23ED-4EE7-AA48-A0874F2DD6FE}" dt="2024-11-14T11:51:11.578" v="2738" actId="14100"/>
          <ac:spMkLst>
            <pc:docMk/>
            <pc:sldMk cId="2812440588" sldId="2147479288"/>
            <ac:spMk id="69" creationId="{B942B315-2DA1-C0F6-0177-8881769C455A}"/>
          </ac:spMkLst>
        </pc:spChg>
        <pc:spChg chg="add mod topLvl">
          <ac:chgData name="Ilaria Bonazzi" userId="295470bc-6880-40bf-9a62-3e0f8dda1b51" providerId="ADAL" clId="{4DA83BA2-23ED-4EE7-AA48-A0874F2DD6FE}" dt="2024-11-14T11:51:11.578" v="2738" actId="14100"/>
          <ac:spMkLst>
            <pc:docMk/>
            <pc:sldMk cId="2812440588" sldId="2147479288"/>
            <ac:spMk id="70" creationId="{BC0E9A59-4AA6-15AD-F775-2CB95C80F1A7}"/>
          </ac:spMkLst>
        </pc:spChg>
        <pc:spChg chg="add mod topLvl">
          <ac:chgData name="Ilaria Bonazzi" userId="295470bc-6880-40bf-9a62-3e0f8dda1b51" providerId="ADAL" clId="{4DA83BA2-23ED-4EE7-AA48-A0874F2DD6FE}" dt="2024-11-14T11:16:04.664" v="2655" actId="555"/>
          <ac:spMkLst>
            <pc:docMk/>
            <pc:sldMk cId="2812440588" sldId="2147479288"/>
            <ac:spMk id="71" creationId="{58FB2478-8542-CC08-9CD8-08B9FF587AA8}"/>
          </ac:spMkLst>
        </pc:spChg>
        <pc:spChg chg="add mod topLvl">
          <ac:chgData name="Ilaria Bonazzi" userId="295470bc-6880-40bf-9a62-3e0f8dda1b51" providerId="ADAL" clId="{4DA83BA2-23ED-4EE7-AA48-A0874F2DD6FE}" dt="2024-11-14T11:16:04.664" v="2655" actId="555"/>
          <ac:spMkLst>
            <pc:docMk/>
            <pc:sldMk cId="2812440588" sldId="2147479288"/>
            <ac:spMk id="72" creationId="{E9B86C5C-7216-965E-68C7-7561A2C38A93}"/>
          </ac:spMkLst>
        </pc:spChg>
        <pc:spChg chg="add mod">
          <ac:chgData name="Ilaria Bonazzi" userId="295470bc-6880-40bf-9a62-3e0f8dda1b51" providerId="ADAL" clId="{4DA83BA2-23ED-4EE7-AA48-A0874F2DD6FE}" dt="2024-11-14T11:16:07.421" v="2656" actId="14100"/>
          <ac:spMkLst>
            <pc:docMk/>
            <pc:sldMk cId="2812440588" sldId="2147479288"/>
            <ac:spMk id="89" creationId="{6D750371-565E-FFFE-32AA-F4DA8D72234A}"/>
          </ac:spMkLst>
        </pc:spChg>
        <pc:spChg chg="add mod">
          <ac:chgData name="Ilaria Bonazzi" userId="295470bc-6880-40bf-9a62-3e0f8dda1b51" providerId="ADAL" clId="{4DA83BA2-23ED-4EE7-AA48-A0874F2DD6FE}" dt="2024-11-14T11:45:49.594" v="2689" actId="14100"/>
          <ac:spMkLst>
            <pc:docMk/>
            <pc:sldMk cId="2812440588" sldId="2147479288"/>
            <ac:spMk id="90" creationId="{F6078805-EA91-AF0A-31E2-CAA4859DA290}"/>
          </ac:spMkLst>
        </pc:spChg>
        <pc:spChg chg="add mod">
          <ac:chgData name="Ilaria Bonazzi" userId="295470bc-6880-40bf-9a62-3e0f8dda1b51" providerId="ADAL" clId="{4DA83BA2-23ED-4EE7-AA48-A0874F2DD6FE}" dt="2024-11-14T11:15:56.871" v="2645" actId="1035"/>
          <ac:spMkLst>
            <pc:docMk/>
            <pc:sldMk cId="2812440588" sldId="2147479288"/>
            <ac:spMk id="91" creationId="{46491309-D644-7877-1324-409A1D5333AE}"/>
          </ac:spMkLst>
        </pc:spChg>
        <pc:spChg chg="add mod">
          <ac:chgData name="Ilaria Bonazzi" userId="295470bc-6880-40bf-9a62-3e0f8dda1b51" providerId="ADAL" clId="{4DA83BA2-23ED-4EE7-AA48-A0874F2DD6FE}" dt="2024-11-14T11:16:01.310" v="2654" actId="1035"/>
          <ac:spMkLst>
            <pc:docMk/>
            <pc:sldMk cId="2812440588" sldId="2147479288"/>
            <ac:spMk id="92" creationId="{01CF9BC0-EA87-9C3E-4B95-267D705E6977}"/>
          </ac:spMkLst>
        </pc:spChg>
        <pc:spChg chg="add mod">
          <ac:chgData name="Ilaria Bonazzi" userId="295470bc-6880-40bf-9a62-3e0f8dda1b51" providerId="ADAL" clId="{4DA83BA2-23ED-4EE7-AA48-A0874F2DD6FE}" dt="2024-11-12T14:02:27.806" v="1700"/>
          <ac:spMkLst>
            <pc:docMk/>
            <pc:sldMk cId="2812440588" sldId="2147479288"/>
            <ac:spMk id="94" creationId="{B150F795-8922-90E2-E07C-78D6360D8D7F}"/>
          </ac:spMkLst>
        </pc:spChg>
        <pc:spChg chg="add mod">
          <ac:chgData name="Ilaria Bonazzi" userId="295470bc-6880-40bf-9a62-3e0f8dda1b51" providerId="ADAL" clId="{4DA83BA2-23ED-4EE7-AA48-A0874F2DD6FE}" dt="2024-11-12T14:02:27.806" v="1700"/>
          <ac:spMkLst>
            <pc:docMk/>
            <pc:sldMk cId="2812440588" sldId="2147479288"/>
            <ac:spMk id="95" creationId="{EC6AB145-2B45-B9F4-4600-1AB52EB56B71}"/>
          </ac:spMkLst>
        </pc:spChg>
        <pc:spChg chg="add mod">
          <ac:chgData name="Ilaria Bonazzi" userId="295470bc-6880-40bf-9a62-3e0f8dda1b51" providerId="ADAL" clId="{4DA83BA2-23ED-4EE7-AA48-A0874F2DD6FE}" dt="2024-11-12T14:02:27.806" v="1700"/>
          <ac:spMkLst>
            <pc:docMk/>
            <pc:sldMk cId="2812440588" sldId="2147479288"/>
            <ac:spMk id="96" creationId="{C6C4E4BB-73C1-6F48-0422-66B175F94DA3}"/>
          </ac:spMkLst>
        </pc:spChg>
        <pc:spChg chg="add mod">
          <ac:chgData name="Ilaria Bonazzi" userId="295470bc-6880-40bf-9a62-3e0f8dda1b51" providerId="ADAL" clId="{4DA83BA2-23ED-4EE7-AA48-A0874F2DD6FE}" dt="2024-11-14T10:01:42.372" v="2586" actId="12788"/>
          <ac:spMkLst>
            <pc:docMk/>
            <pc:sldMk cId="2812440588" sldId="2147479288"/>
            <ac:spMk id="97" creationId="{8F63094E-5707-2CD5-34CF-C155743C28BB}"/>
          </ac:spMkLst>
        </pc:spChg>
        <pc:spChg chg="add mod">
          <ac:chgData name="Ilaria Bonazzi" userId="295470bc-6880-40bf-9a62-3e0f8dda1b51" providerId="ADAL" clId="{4DA83BA2-23ED-4EE7-AA48-A0874F2DD6FE}" dt="2024-11-14T10:01:45.563" v="2587" actId="12788"/>
          <ac:spMkLst>
            <pc:docMk/>
            <pc:sldMk cId="2812440588" sldId="2147479288"/>
            <ac:spMk id="98" creationId="{9F4874CB-D984-5E9D-6BB6-8A34532AF04F}"/>
          </ac:spMkLst>
        </pc:spChg>
        <pc:spChg chg="mod">
          <ac:chgData name="Ilaria Bonazzi" userId="295470bc-6880-40bf-9a62-3e0f8dda1b51" providerId="ADAL" clId="{4DA83BA2-23ED-4EE7-AA48-A0874F2DD6FE}" dt="2024-11-12T14:05:05.945" v="1763"/>
          <ac:spMkLst>
            <pc:docMk/>
            <pc:sldMk cId="2812440588" sldId="2147479288"/>
            <ac:spMk id="100" creationId="{EAFC9FB1-8150-AE40-C893-C8ECE295E688}"/>
          </ac:spMkLst>
        </pc:spChg>
        <pc:spChg chg="mod">
          <ac:chgData name="Ilaria Bonazzi" userId="295470bc-6880-40bf-9a62-3e0f8dda1b51" providerId="ADAL" clId="{4DA83BA2-23ED-4EE7-AA48-A0874F2DD6FE}" dt="2024-11-12T14:05:05.945" v="1763"/>
          <ac:spMkLst>
            <pc:docMk/>
            <pc:sldMk cId="2812440588" sldId="2147479288"/>
            <ac:spMk id="101" creationId="{B5B8D240-A40D-9628-7B82-3168EF5E6B40}"/>
          </ac:spMkLst>
        </pc:spChg>
        <pc:spChg chg="mod">
          <ac:chgData name="Ilaria Bonazzi" userId="295470bc-6880-40bf-9a62-3e0f8dda1b51" providerId="ADAL" clId="{4DA83BA2-23ED-4EE7-AA48-A0874F2DD6FE}" dt="2024-11-12T14:05:14.961" v="1835"/>
          <ac:spMkLst>
            <pc:docMk/>
            <pc:sldMk cId="2812440588" sldId="2147479288"/>
            <ac:spMk id="103" creationId="{A59F2070-E301-6FB3-EE95-949FFE3BFAFB}"/>
          </ac:spMkLst>
        </pc:spChg>
        <pc:spChg chg="mod">
          <ac:chgData name="Ilaria Bonazzi" userId="295470bc-6880-40bf-9a62-3e0f8dda1b51" providerId="ADAL" clId="{4DA83BA2-23ED-4EE7-AA48-A0874F2DD6FE}" dt="2024-11-12T14:05:14.961" v="1835"/>
          <ac:spMkLst>
            <pc:docMk/>
            <pc:sldMk cId="2812440588" sldId="2147479288"/>
            <ac:spMk id="104" creationId="{10C637E2-F46A-66F2-55E0-52F60F8C24F3}"/>
          </ac:spMkLst>
        </pc:spChg>
        <pc:spChg chg="mod">
          <ac:chgData name="Ilaria Bonazzi" userId="295470bc-6880-40bf-9a62-3e0f8dda1b51" providerId="ADAL" clId="{4DA83BA2-23ED-4EE7-AA48-A0874F2DD6FE}" dt="2024-11-12T14:05:21.046" v="1869"/>
          <ac:spMkLst>
            <pc:docMk/>
            <pc:sldMk cId="2812440588" sldId="2147479288"/>
            <ac:spMk id="106" creationId="{1B31873E-C82A-D5DA-9869-F052F98AE96B}"/>
          </ac:spMkLst>
        </pc:spChg>
        <pc:spChg chg="mod">
          <ac:chgData name="Ilaria Bonazzi" userId="295470bc-6880-40bf-9a62-3e0f8dda1b51" providerId="ADAL" clId="{4DA83BA2-23ED-4EE7-AA48-A0874F2DD6FE}" dt="2024-11-12T14:05:21.046" v="1869"/>
          <ac:spMkLst>
            <pc:docMk/>
            <pc:sldMk cId="2812440588" sldId="2147479288"/>
            <ac:spMk id="107" creationId="{68936AFD-6ED2-EBED-CCD5-58B1D4CC6179}"/>
          </ac:spMkLst>
        </pc:spChg>
        <pc:spChg chg="mod">
          <ac:chgData name="Ilaria Bonazzi" userId="295470bc-6880-40bf-9a62-3e0f8dda1b51" providerId="ADAL" clId="{4DA83BA2-23ED-4EE7-AA48-A0874F2DD6FE}" dt="2024-11-12T14:05:26.416" v="1922"/>
          <ac:spMkLst>
            <pc:docMk/>
            <pc:sldMk cId="2812440588" sldId="2147479288"/>
            <ac:spMk id="109" creationId="{3692539B-7A1E-591B-C5BD-718F48A0B5F0}"/>
          </ac:spMkLst>
        </pc:spChg>
        <pc:spChg chg="mod">
          <ac:chgData name="Ilaria Bonazzi" userId="295470bc-6880-40bf-9a62-3e0f8dda1b51" providerId="ADAL" clId="{4DA83BA2-23ED-4EE7-AA48-A0874F2DD6FE}" dt="2024-11-12T14:05:26.416" v="1922"/>
          <ac:spMkLst>
            <pc:docMk/>
            <pc:sldMk cId="2812440588" sldId="2147479288"/>
            <ac:spMk id="110" creationId="{02EDA197-DACF-3FAC-622E-663AEAF0652E}"/>
          </ac:spMkLst>
        </pc:spChg>
        <pc:spChg chg="mod">
          <ac:chgData name="Ilaria Bonazzi" userId="295470bc-6880-40bf-9a62-3e0f8dda1b51" providerId="ADAL" clId="{4DA83BA2-23ED-4EE7-AA48-A0874F2DD6FE}" dt="2024-11-12T14:05:30.813" v="1986"/>
          <ac:spMkLst>
            <pc:docMk/>
            <pc:sldMk cId="2812440588" sldId="2147479288"/>
            <ac:spMk id="112" creationId="{0323134B-DD75-1C98-1FE3-33973D7CDBB8}"/>
          </ac:spMkLst>
        </pc:spChg>
        <pc:spChg chg="mod">
          <ac:chgData name="Ilaria Bonazzi" userId="295470bc-6880-40bf-9a62-3e0f8dda1b51" providerId="ADAL" clId="{4DA83BA2-23ED-4EE7-AA48-A0874F2DD6FE}" dt="2024-11-14T11:46:47.990" v="2693" actId="20577"/>
          <ac:spMkLst>
            <pc:docMk/>
            <pc:sldMk cId="2812440588" sldId="2147479288"/>
            <ac:spMk id="113" creationId="{D093E7DB-CF0A-EB6D-90AF-E741E595CD89}"/>
          </ac:spMkLst>
        </pc:spChg>
        <pc:grpChg chg="add mod">
          <ac:chgData name="Ilaria Bonazzi" userId="295470bc-6880-40bf-9a62-3e0f8dda1b51" providerId="ADAL" clId="{4DA83BA2-23ED-4EE7-AA48-A0874F2DD6FE}" dt="2024-11-14T11:15:56.871" v="2645" actId="1035"/>
          <ac:grpSpMkLst>
            <pc:docMk/>
            <pc:sldMk cId="2812440588" sldId="2147479288"/>
            <ac:grpSpMk id="99" creationId="{80F38B19-6C56-D494-D1F6-8121C1662A89}"/>
          </ac:grpSpMkLst>
        </pc:grpChg>
        <pc:grpChg chg="add mod">
          <ac:chgData name="Ilaria Bonazzi" userId="295470bc-6880-40bf-9a62-3e0f8dda1b51" providerId="ADAL" clId="{4DA83BA2-23ED-4EE7-AA48-A0874F2DD6FE}" dt="2024-11-14T11:15:56.871" v="2645" actId="1035"/>
          <ac:grpSpMkLst>
            <pc:docMk/>
            <pc:sldMk cId="2812440588" sldId="2147479288"/>
            <ac:grpSpMk id="102" creationId="{FC0D90B7-77F7-C7AE-1026-37F6950404F8}"/>
          </ac:grpSpMkLst>
        </pc:grpChg>
        <pc:grpChg chg="add mod">
          <ac:chgData name="Ilaria Bonazzi" userId="295470bc-6880-40bf-9a62-3e0f8dda1b51" providerId="ADAL" clId="{4DA83BA2-23ED-4EE7-AA48-A0874F2DD6FE}" dt="2024-11-14T11:16:01.310" v="2654" actId="1035"/>
          <ac:grpSpMkLst>
            <pc:docMk/>
            <pc:sldMk cId="2812440588" sldId="2147479288"/>
            <ac:grpSpMk id="105" creationId="{FBDBF12F-23CF-7014-53B3-CAA95E5FC872}"/>
          </ac:grpSpMkLst>
        </pc:grpChg>
        <pc:grpChg chg="add mod">
          <ac:chgData name="Ilaria Bonazzi" userId="295470bc-6880-40bf-9a62-3e0f8dda1b51" providerId="ADAL" clId="{4DA83BA2-23ED-4EE7-AA48-A0874F2DD6FE}" dt="2024-11-14T11:16:01.310" v="2654" actId="1035"/>
          <ac:grpSpMkLst>
            <pc:docMk/>
            <pc:sldMk cId="2812440588" sldId="2147479288"/>
            <ac:grpSpMk id="108" creationId="{89628535-5726-D7C6-4A6F-5E7E08D251A7}"/>
          </ac:grpSpMkLst>
        </pc:grpChg>
        <pc:grpChg chg="add mod">
          <ac:chgData name="Ilaria Bonazzi" userId="295470bc-6880-40bf-9a62-3e0f8dda1b51" providerId="ADAL" clId="{4DA83BA2-23ED-4EE7-AA48-A0874F2DD6FE}" dt="2024-11-14T10:01:42.372" v="2586" actId="12788"/>
          <ac:grpSpMkLst>
            <pc:docMk/>
            <pc:sldMk cId="2812440588" sldId="2147479288"/>
            <ac:grpSpMk id="111" creationId="{DC2E8932-E15A-5B56-0DFD-6264947F109C}"/>
          </ac:grpSpMkLst>
        </pc:grpChg>
        <pc:cxnChg chg="add mod">
          <ac:chgData name="Ilaria Bonazzi" userId="295470bc-6880-40bf-9a62-3e0f8dda1b51" providerId="ADAL" clId="{4DA83BA2-23ED-4EE7-AA48-A0874F2DD6FE}" dt="2024-11-12T14:02:27.806" v="1700"/>
          <ac:cxnSpMkLst>
            <pc:docMk/>
            <pc:sldMk cId="2812440588" sldId="2147479288"/>
            <ac:cxnSpMk id="93" creationId="{A937F5B3-B8AB-C24D-0148-B4078366E826}"/>
          </ac:cxnSpMkLst>
        </pc:cxnChg>
      </pc:sldChg>
      <pc:sldChg chg="modSp mod">
        <pc:chgData name="Ilaria Bonazzi" userId="295470bc-6880-40bf-9a62-3e0f8dda1b51" providerId="ADAL" clId="{4DA83BA2-23ED-4EE7-AA48-A0874F2DD6FE}" dt="2024-11-12T14:10:39.319" v="2445" actId="2711"/>
        <pc:sldMkLst>
          <pc:docMk/>
          <pc:sldMk cId="3595641287" sldId="2147479289"/>
        </pc:sldMkLst>
        <pc:spChg chg="mod">
          <ac:chgData name="Ilaria Bonazzi" userId="295470bc-6880-40bf-9a62-3e0f8dda1b51" providerId="ADAL" clId="{4DA83BA2-23ED-4EE7-AA48-A0874F2DD6FE}" dt="2024-11-12T14:10:39.319" v="2445" actId="2711"/>
          <ac:spMkLst>
            <pc:docMk/>
            <pc:sldMk cId="3595641287" sldId="2147479289"/>
            <ac:spMk id="4" creationId="{B0D3EFF1-F98D-7992-78E3-196E973A5550}"/>
          </ac:spMkLst>
        </pc:spChg>
        <pc:spChg chg="mod">
          <ac:chgData name="Ilaria Bonazzi" userId="295470bc-6880-40bf-9a62-3e0f8dda1b51" providerId="ADAL" clId="{4DA83BA2-23ED-4EE7-AA48-A0874F2DD6FE}" dt="2024-11-12T14:10:39.319" v="2445" actId="2711"/>
          <ac:spMkLst>
            <pc:docMk/>
            <pc:sldMk cId="3595641287" sldId="2147479289"/>
            <ac:spMk id="5" creationId="{D3B9C150-0AF0-457D-9DCF-F86657AD64B3}"/>
          </ac:spMkLst>
        </pc:spChg>
        <pc:spChg chg="mod">
          <ac:chgData name="Ilaria Bonazzi" userId="295470bc-6880-40bf-9a62-3e0f8dda1b51" providerId="ADAL" clId="{4DA83BA2-23ED-4EE7-AA48-A0874F2DD6FE}" dt="2024-11-12T14:10:39.319" v="2445" actId="2711"/>
          <ac:spMkLst>
            <pc:docMk/>
            <pc:sldMk cId="3595641287" sldId="2147479289"/>
            <ac:spMk id="6" creationId="{630BB900-5013-DE9C-A220-A2B75CEC4CEA}"/>
          </ac:spMkLst>
        </pc:spChg>
        <pc:spChg chg="mod">
          <ac:chgData name="Ilaria Bonazzi" userId="295470bc-6880-40bf-9a62-3e0f8dda1b51" providerId="ADAL" clId="{4DA83BA2-23ED-4EE7-AA48-A0874F2DD6FE}" dt="2024-11-12T14:10:39.319" v="2445" actId="2711"/>
          <ac:spMkLst>
            <pc:docMk/>
            <pc:sldMk cId="3595641287" sldId="2147479289"/>
            <ac:spMk id="10" creationId="{38DA6C3C-2FF1-3C8F-4D43-10A67A8F35D1}"/>
          </ac:spMkLst>
        </pc:spChg>
        <pc:spChg chg="mod">
          <ac:chgData name="Ilaria Bonazzi" userId="295470bc-6880-40bf-9a62-3e0f8dda1b51" providerId="ADAL" clId="{4DA83BA2-23ED-4EE7-AA48-A0874F2DD6FE}" dt="2024-11-12T14:10:39.319" v="2445" actId="2711"/>
          <ac:spMkLst>
            <pc:docMk/>
            <pc:sldMk cId="3595641287" sldId="2147479289"/>
            <ac:spMk id="12" creationId="{7921B49E-4A9C-D85E-E392-D508E51F1292}"/>
          </ac:spMkLst>
        </pc:spChg>
        <pc:spChg chg="mod">
          <ac:chgData name="Ilaria Bonazzi" userId="295470bc-6880-40bf-9a62-3e0f8dda1b51" providerId="ADAL" clId="{4DA83BA2-23ED-4EE7-AA48-A0874F2DD6FE}" dt="2024-11-12T14:10:39.319" v="2445" actId="2711"/>
          <ac:spMkLst>
            <pc:docMk/>
            <pc:sldMk cId="3595641287" sldId="2147479289"/>
            <ac:spMk id="13" creationId="{D499D89C-3BD6-C85C-7371-957328B0873A}"/>
          </ac:spMkLst>
        </pc:spChg>
        <pc:spChg chg="mod">
          <ac:chgData name="Ilaria Bonazzi" userId="295470bc-6880-40bf-9a62-3e0f8dda1b51" providerId="ADAL" clId="{4DA83BA2-23ED-4EE7-AA48-A0874F2DD6FE}" dt="2024-11-12T14:10:39.319" v="2445" actId="2711"/>
          <ac:spMkLst>
            <pc:docMk/>
            <pc:sldMk cId="3595641287" sldId="2147479289"/>
            <ac:spMk id="14" creationId="{D50A3D6B-8EE0-B688-494F-BD74CBB86688}"/>
          </ac:spMkLst>
        </pc:spChg>
      </pc:sldChg>
      <pc:sldChg chg="modSp mod">
        <pc:chgData name="Ilaria Bonazzi" userId="295470bc-6880-40bf-9a62-3e0f8dda1b51" providerId="ADAL" clId="{4DA83BA2-23ED-4EE7-AA48-A0874F2DD6FE}" dt="2024-11-14T11:59:53.203" v="2878" actId="207"/>
        <pc:sldMkLst>
          <pc:docMk/>
          <pc:sldMk cId="376456679" sldId="2147479292"/>
        </pc:sldMkLst>
        <pc:spChg chg="mod">
          <ac:chgData name="Ilaria Bonazzi" userId="295470bc-6880-40bf-9a62-3e0f8dda1b51" providerId="ADAL" clId="{4DA83BA2-23ED-4EE7-AA48-A0874F2DD6FE}" dt="2024-11-14T09:46:37.909" v="2483" actId="207"/>
          <ac:spMkLst>
            <pc:docMk/>
            <pc:sldMk cId="376456679" sldId="2147479292"/>
            <ac:spMk id="15" creationId="{181BBE3B-9446-B9DD-B6CA-D80C61436E78}"/>
          </ac:spMkLst>
        </pc:spChg>
        <pc:spChg chg="mod">
          <ac:chgData name="Ilaria Bonazzi" userId="295470bc-6880-40bf-9a62-3e0f8dda1b51" providerId="ADAL" clId="{4DA83BA2-23ED-4EE7-AA48-A0874F2DD6FE}" dt="2024-11-14T09:46:07.533" v="2480" actId="207"/>
          <ac:spMkLst>
            <pc:docMk/>
            <pc:sldMk cId="376456679" sldId="2147479292"/>
            <ac:spMk id="17" creationId="{92CC1C63-6FF3-F94A-7207-D14A4DE4A08E}"/>
          </ac:spMkLst>
        </pc:spChg>
        <pc:spChg chg="mod">
          <ac:chgData name="Ilaria Bonazzi" userId="295470bc-6880-40bf-9a62-3e0f8dda1b51" providerId="ADAL" clId="{4DA83BA2-23ED-4EE7-AA48-A0874F2DD6FE}" dt="2024-11-14T09:44:49.573" v="2466" actId="207"/>
          <ac:spMkLst>
            <pc:docMk/>
            <pc:sldMk cId="376456679" sldId="2147479292"/>
            <ac:spMk id="19" creationId="{4347556A-255D-ADC8-FE77-504733003943}"/>
          </ac:spMkLst>
        </pc:spChg>
        <pc:graphicFrameChg chg="modGraphic">
          <ac:chgData name="Ilaria Bonazzi" userId="295470bc-6880-40bf-9a62-3e0f8dda1b51" providerId="ADAL" clId="{4DA83BA2-23ED-4EE7-AA48-A0874F2DD6FE}" dt="2024-11-14T11:59:53.203" v="2878" actId="207"/>
          <ac:graphicFrameMkLst>
            <pc:docMk/>
            <pc:sldMk cId="376456679" sldId="2147479292"/>
            <ac:graphicFrameMk id="2" creationId="{1EA6438A-9552-ECF0-7D88-BFBD09377F72}"/>
          </ac:graphicFrameMkLst>
        </pc:graphicFrameChg>
      </pc:sldChg>
      <pc:sldChg chg="addSp delSp modSp add del mod">
        <pc:chgData name="Ilaria Bonazzi" userId="295470bc-6880-40bf-9a62-3e0f8dda1b51" providerId="ADAL" clId="{4DA83BA2-23ED-4EE7-AA48-A0874F2DD6FE}" dt="2024-11-12T13:43:54.304" v="1233" actId="47"/>
        <pc:sldMkLst>
          <pc:docMk/>
          <pc:sldMk cId="1851365533" sldId="2147479293"/>
        </pc:sldMkLst>
      </pc:sldChg>
      <pc:sldChg chg="addSp delSp modSp add mod">
        <pc:chgData name="Ilaria Bonazzi" userId="295470bc-6880-40bf-9a62-3e0f8dda1b51" providerId="ADAL" clId="{4DA83BA2-23ED-4EE7-AA48-A0874F2DD6FE}" dt="2024-11-14T11:49:13.375" v="2700"/>
        <pc:sldMkLst>
          <pc:docMk/>
          <pc:sldMk cId="4104913753" sldId="2147479294"/>
        </pc:sldMkLst>
        <pc:spChg chg="add mod">
          <ac:chgData name="Ilaria Bonazzi" userId="295470bc-6880-40bf-9a62-3e0f8dda1b51" providerId="ADAL" clId="{4DA83BA2-23ED-4EE7-AA48-A0874F2DD6FE}" dt="2024-11-14T10:00:09.876" v="2559" actId="552"/>
          <ac:spMkLst>
            <pc:docMk/>
            <pc:sldMk cId="4104913753" sldId="2147479294"/>
            <ac:spMk id="4" creationId="{10D3DF29-DBB0-6C7E-3ECA-C8AAE52C45C4}"/>
          </ac:spMkLst>
        </pc:spChg>
        <pc:spChg chg="add mod">
          <ac:chgData name="Ilaria Bonazzi" userId="295470bc-6880-40bf-9a62-3e0f8dda1b51" providerId="ADAL" clId="{4DA83BA2-23ED-4EE7-AA48-A0874F2DD6FE}" dt="2024-11-12T13:42:13.871" v="1180" actId="1035"/>
          <ac:spMkLst>
            <pc:docMk/>
            <pc:sldMk cId="4104913753" sldId="2147479294"/>
            <ac:spMk id="8" creationId="{4B363C9D-3FCB-1F09-AC38-8506AF8E1586}"/>
          </ac:spMkLst>
        </pc:spChg>
        <pc:spChg chg="add mod">
          <ac:chgData name="Ilaria Bonazzi" userId="295470bc-6880-40bf-9a62-3e0f8dda1b51" providerId="ADAL" clId="{4DA83BA2-23ED-4EE7-AA48-A0874F2DD6FE}" dt="2024-11-14T09:56:45.777" v="2548" actId="14100"/>
          <ac:spMkLst>
            <pc:docMk/>
            <pc:sldMk cId="4104913753" sldId="2147479294"/>
            <ac:spMk id="13" creationId="{CD022E40-337A-FCBB-6478-7D5EE6B0D2EA}"/>
          </ac:spMkLst>
        </pc:spChg>
        <pc:spChg chg="add del mod">
          <ac:chgData name="Ilaria Bonazzi" userId="295470bc-6880-40bf-9a62-3e0f8dda1b51" providerId="ADAL" clId="{4DA83BA2-23ED-4EE7-AA48-A0874F2DD6FE}" dt="2024-11-14T10:01:58.762" v="2590" actId="12788"/>
          <ac:spMkLst>
            <pc:docMk/>
            <pc:sldMk cId="4104913753" sldId="2147479294"/>
            <ac:spMk id="22" creationId="{1B60CD74-957A-B875-8F14-1D19675EB14F}"/>
          </ac:spMkLst>
        </pc:spChg>
        <pc:spChg chg="add mod">
          <ac:chgData name="Ilaria Bonazzi" userId="295470bc-6880-40bf-9a62-3e0f8dda1b51" providerId="ADAL" clId="{4DA83BA2-23ED-4EE7-AA48-A0874F2DD6FE}" dt="2024-11-14T10:00:17.307" v="2560" actId="12788"/>
          <ac:spMkLst>
            <pc:docMk/>
            <pc:sldMk cId="4104913753" sldId="2147479294"/>
            <ac:spMk id="23" creationId="{D99F24B4-CEB7-E160-8BAB-500D5F6B561E}"/>
          </ac:spMkLst>
        </pc:spChg>
        <pc:spChg chg="add mod">
          <ac:chgData name="Ilaria Bonazzi" userId="295470bc-6880-40bf-9a62-3e0f8dda1b51" providerId="ADAL" clId="{4DA83BA2-23ED-4EE7-AA48-A0874F2DD6FE}" dt="2024-11-14T10:00:17.307" v="2560" actId="12788"/>
          <ac:spMkLst>
            <pc:docMk/>
            <pc:sldMk cId="4104913753" sldId="2147479294"/>
            <ac:spMk id="25" creationId="{F59127A6-E5B3-1E76-BB85-A20E1E745A0E}"/>
          </ac:spMkLst>
        </pc:spChg>
        <pc:spChg chg="add mod">
          <ac:chgData name="Ilaria Bonazzi" userId="295470bc-6880-40bf-9a62-3e0f8dda1b51" providerId="ADAL" clId="{4DA83BA2-23ED-4EE7-AA48-A0874F2DD6FE}" dt="2024-11-14T10:00:09.876" v="2559" actId="552"/>
          <ac:spMkLst>
            <pc:docMk/>
            <pc:sldMk cId="4104913753" sldId="2147479294"/>
            <ac:spMk id="26" creationId="{8B65C73A-DB24-7EA6-FE7F-6944124A3634}"/>
          </ac:spMkLst>
        </pc:spChg>
        <pc:spChg chg="mod">
          <ac:chgData name="Ilaria Bonazzi" userId="295470bc-6880-40bf-9a62-3e0f8dda1b51" providerId="ADAL" clId="{4DA83BA2-23ED-4EE7-AA48-A0874F2DD6FE}" dt="2024-11-14T11:44:55.611" v="2687" actId="20577"/>
          <ac:spMkLst>
            <pc:docMk/>
            <pc:sldMk cId="4104913753" sldId="2147479294"/>
            <ac:spMk id="28" creationId="{15995201-6E06-2840-645C-97A3AADE2B30}"/>
          </ac:spMkLst>
        </pc:spChg>
        <pc:spChg chg="add mod">
          <ac:chgData name="Ilaria Bonazzi" userId="295470bc-6880-40bf-9a62-3e0f8dda1b51" providerId="ADAL" clId="{4DA83BA2-23ED-4EE7-AA48-A0874F2DD6FE}" dt="2024-11-12T14:02:24.511" v="1698"/>
          <ac:spMkLst>
            <pc:docMk/>
            <pc:sldMk cId="4104913753" sldId="2147479294"/>
            <ac:spMk id="38" creationId="{74F1AC3B-DBB6-9BB2-AC73-35AE8E727435}"/>
          </ac:spMkLst>
        </pc:spChg>
        <pc:spChg chg="add mod">
          <ac:chgData name="Ilaria Bonazzi" userId="295470bc-6880-40bf-9a62-3e0f8dda1b51" providerId="ADAL" clId="{4DA83BA2-23ED-4EE7-AA48-A0874F2DD6FE}" dt="2024-11-12T14:02:24.511" v="1698"/>
          <ac:spMkLst>
            <pc:docMk/>
            <pc:sldMk cId="4104913753" sldId="2147479294"/>
            <ac:spMk id="39" creationId="{1DF3CFF6-6E50-9527-1CA9-E24693BC61B9}"/>
          </ac:spMkLst>
        </pc:spChg>
        <pc:spChg chg="add mod">
          <ac:chgData name="Ilaria Bonazzi" userId="295470bc-6880-40bf-9a62-3e0f8dda1b51" providerId="ADAL" clId="{4DA83BA2-23ED-4EE7-AA48-A0874F2DD6FE}" dt="2024-11-12T14:02:24.511" v="1698"/>
          <ac:spMkLst>
            <pc:docMk/>
            <pc:sldMk cId="4104913753" sldId="2147479294"/>
            <ac:spMk id="40" creationId="{82CD28FF-927C-955E-3691-AC147181662E}"/>
          </ac:spMkLst>
        </pc:spChg>
        <pc:spChg chg="add mod">
          <ac:chgData name="Ilaria Bonazzi" userId="295470bc-6880-40bf-9a62-3e0f8dda1b51" providerId="ADAL" clId="{4DA83BA2-23ED-4EE7-AA48-A0874F2DD6FE}" dt="2024-11-14T11:47:19.145" v="2694" actId="12788"/>
          <ac:spMkLst>
            <pc:docMk/>
            <pc:sldMk cId="4104913753" sldId="2147479294"/>
            <ac:spMk id="41" creationId="{97813CC8-29BA-5E35-E06C-6E3628ED67B8}"/>
          </ac:spMkLst>
        </pc:spChg>
        <pc:spChg chg="add mod">
          <ac:chgData name="Ilaria Bonazzi" userId="295470bc-6880-40bf-9a62-3e0f8dda1b51" providerId="ADAL" clId="{4DA83BA2-23ED-4EE7-AA48-A0874F2DD6FE}" dt="2024-11-12T14:02:24.511" v="1698"/>
          <ac:spMkLst>
            <pc:docMk/>
            <pc:sldMk cId="4104913753" sldId="2147479294"/>
            <ac:spMk id="42" creationId="{4425FA1B-D000-C7B4-DB3E-59EE3A662B89}"/>
          </ac:spMkLst>
        </pc:spChg>
        <pc:spChg chg="mod">
          <ac:chgData name="Ilaria Bonazzi" userId="295470bc-6880-40bf-9a62-3e0f8dda1b51" providerId="ADAL" clId="{4DA83BA2-23ED-4EE7-AA48-A0874F2DD6FE}" dt="2024-11-12T14:03:48.097" v="1745" actId="571"/>
          <ac:spMkLst>
            <pc:docMk/>
            <pc:sldMk cId="4104913753" sldId="2147479294"/>
            <ac:spMk id="47" creationId="{1DD6B24A-6204-0CA5-2BF6-6F891BB6065D}"/>
          </ac:spMkLst>
        </pc:spChg>
        <pc:spChg chg="mod">
          <ac:chgData name="Ilaria Bonazzi" userId="295470bc-6880-40bf-9a62-3e0f8dda1b51" providerId="ADAL" clId="{4DA83BA2-23ED-4EE7-AA48-A0874F2DD6FE}" dt="2024-11-12T14:03:48.097" v="1745" actId="571"/>
          <ac:spMkLst>
            <pc:docMk/>
            <pc:sldMk cId="4104913753" sldId="2147479294"/>
            <ac:spMk id="48" creationId="{CD7EC08F-E3AE-C0F1-B75B-E23E03BD3E57}"/>
          </ac:spMkLst>
        </pc:spChg>
        <pc:spChg chg="mod">
          <ac:chgData name="Ilaria Bonazzi" userId="295470bc-6880-40bf-9a62-3e0f8dda1b51" providerId="ADAL" clId="{4DA83BA2-23ED-4EE7-AA48-A0874F2DD6FE}" dt="2024-11-14T10:00:17.307" v="2560" actId="12788"/>
          <ac:spMkLst>
            <pc:docMk/>
            <pc:sldMk cId="4104913753" sldId="2147479294"/>
            <ac:spMk id="57" creationId="{3414F0D4-1589-5158-4C92-B5B45A503CAC}"/>
          </ac:spMkLst>
        </pc:spChg>
        <pc:spChg chg="mod">
          <ac:chgData name="Ilaria Bonazzi" userId="295470bc-6880-40bf-9a62-3e0f8dda1b51" providerId="ADAL" clId="{4DA83BA2-23ED-4EE7-AA48-A0874F2DD6FE}" dt="2024-11-14T10:00:09.876" v="2559" actId="552"/>
          <ac:spMkLst>
            <pc:docMk/>
            <pc:sldMk cId="4104913753" sldId="2147479294"/>
            <ac:spMk id="58" creationId="{35EEE225-F26E-2BCD-5B2F-BF89431A3F17}"/>
          </ac:spMkLst>
        </pc:spChg>
        <pc:spChg chg="mod">
          <ac:chgData name="Ilaria Bonazzi" userId="295470bc-6880-40bf-9a62-3e0f8dda1b51" providerId="ADAL" clId="{4DA83BA2-23ED-4EE7-AA48-A0874F2DD6FE}" dt="2024-11-14T10:00:17.307" v="2560" actId="12788"/>
          <ac:spMkLst>
            <pc:docMk/>
            <pc:sldMk cId="4104913753" sldId="2147479294"/>
            <ac:spMk id="59" creationId="{F0886AA1-9B23-B970-B9F5-8ED8188D2314}"/>
          </ac:spMkLst>
        </pc:spChg>
        <pc:spChg chg="mod">
          <ac:chgData name="Ilaria Bonazzi" userId="295470bc-6880-40bf-9a62-3e0f8dda1b51" providerId="ADAL" clId="{4DA83BA2-23ED-4EE7-AA48-A0874F2DD6FE}" dt="2024-11-14T10:00:09.876" v="2559" actId="552"/>
          <ac:spMkLst>
            <pc:docMk/>
            <pc:sldMk cId="4104913753" sldId="2147479294"/>
            <ac:spMk id="60" creationId="{A58FEA1F-59A5-3075-E6C1-DDECCB40EBB2}"/>
          </ac:spMkLst>
        </pc:spChg>
        <pc:spChg chg="mod">
          <ac:chgData name="Ilaria Bonazzi" userId="295470bc-6880-40bf-9a62-3e0f8dda1b51" providerId="ADAL" clId="{4DA83BA2-23ED-4EE7-AA48-A0874F2DD6FE}" dt="2024-11-14T10:01:58.762" v="2590" actId="12788"/>
          <ac:spMkLst>
            <pc:docMk/>
            <pc:sldMk cId="4104913753" sldId="2147479294"/>
            <ac:spMk id="61" creationId="{4E3D7526-5C94-D1E0-3D6E-9199DC03BD1D}"/>
          </ac:spMkLst>
        </pc:spChg>
        <pc:spChg chg="mod">
          <ac:chgData name="Ilaria Bonazzi" userId="295470bc-6880-40bf-9a62-3e0f8dda1b51" providerId="ADAL" clId="{4DA83BA2-23ED-4EE7-AA48-A0874F2DD6FE}" dt="2024-11-12T14:03:49.875" v="1746" actId="571"/>
          <ac:spMkLst>
            <pc:docMk/>
            <pc:sldMk cId="4104913753" sldId="2147479294"/>
            <ac:spMk id="64" creationId="{E5CE422E-FE0C-195E-7D97-3C3B04531578}"/>
          </ac:spMkLst>
        </pc:spChg>
        <pc:spChg chg="mod">
          <ac:chgData name="Ilaria Bonazzi" userId="295470bc-6880-40bf-9a62-3e0f8dda1b51" providerId="ADAL" clId="{4DA83BA2-23ED-4EE7-AA48-A0874F2DD6FE}" dt="2024-11-12T14:03:49.875" v="1746" actId="571"/>
          <ac:spMkLst>
            <pc:docMk/>
            <pc:sldMk cId="4104913753" sldId="2147479294"/>
            <ac:spMk id="65" creationId="{038332AC-357F-EFE7-8A92-F77AC4C0E794}"/>
          </ac:spMkLst>
        </pc:spChg>
        <pc:spChg chg="mod">
          <ac:chgData name="Ilaria Bonazzi" userId="295470bc-6880-40bf-9a62-3e0f8dda1b51" providerId="ADAL" clId="{4DA83BA2-23ED-4EE7-AA48-A0874F2DD6FE}" dt="2024-11-12T14:08:47.521" v="2294"/>
          <ac:spMkLst>
            <pc:docMk/>
            <pc:sldMk cId="4104913753" sldId="2147479294"/>
            <ac:spMk id="100" creationId="{E1FF71BF-9076-A3CF-CAE9-DA61BE405540}"/>
          </ac:spMkLst>
        </pc:spChg>
        <pc:spChg chg="mod">
          <ac:chgData name="Ilaria Bonazzi" userId="295470bc-6880-40bf-9a62-3e0f8dda1b51" providerId="ADAL" clId="{4DA83BA2-23ED-4EE7-AA48-A0874F2DD6FE}" dt="2024-11-12T14:09:01.487" v="2298" actId="6549"/>
          <ac:spMkLst>
            <pc:docMk/>
            <pc:sldMk cId="4104913753" sldId="2147479294"/>
            <ac:spMk id="101" creationId="{D2450623-9A7F-418B-8755-AE4FAECD70D4}"/>
          </ac:spMkLst>
        </pc:spChg>
        <pc:spChg chg="mod">
          <ac:chgData name="Ilaria Bonazzi" userId="295470bc-6880-40bf-9a62-3e0f8dda1b51" providerId="ADAL" clId="{4DA83BA2-23ED-4EE7-AA48-A0874F2DD6FE}" dt="2024-11-12T14:08:47.521" v="2294"/>
          <ac:spMkLst>
            <pc:docMk/>
            <pc:sldMk cId="4104913753" sldId="2147479294"/>
            <ac:spMk id="103" creationId="{E851D897-4B26-1B93-F117-A0BFC9BDDB1D}"/>
          </ac:spMkLst>
        </pc:spChg>
        <pc:spChg chg="mod">
          <ac:chgData name="Ilaria Bonazzi" userId="295470bc-6880-40bf-9a62-3e0f8dda1b51" providerId="ADAL" clId="{4DA83BA2-23ED-4EE7-AA48-A0874F2DD6FE}" dt="2024-11-12T14:09:04.687" v="2300" actId="6549"/>
          <ac:spMkLst>
            <pc:docMk/>
            <pc:sldMk cId="4104913753" sldId="2147479294"/>
            <ac:spMk id="104" creationId="{40BF3C30-8B40-CBDB-FC37-75F6DE223288}"/>
          </ac:spMkLst>
        </pc:spChg>
        <pc:grpChg chg="mod">
          <ac:chgData name="Ilaria Bonazzi" userId="295470bc-6880-40bf-9a62-3e0f8dda1b51" providerId="ADAL" clId="{4DA83BA2-23ED-4EE7-AA48-A0874F2DD6FE}" dt="2024-11-14T11:47:19.145" v="2694" actId="12788"/>
          <ac:grpSpMkLst>
            <pc:docMk/>
            <pc:sldMk cId="4104913753" sldId="2147479294"/>
            <ac:grpSpMk id="32" creationId="{F0E0DC66-1E21-27A2-2F2F-B109E9487C22}"/>
          </ac:grpSpMkLst>
        </pc:grpChg>
        <pc:grpChg chg="add mod">
          <ac:chgData name="Ilaria Bonazzi" userId="295470bc-6880-40bf-9a62-3e0f8dda1b51" providerId="ADAL" clId="{4DA83BA2-23ED-4EE7-AA48-A0874F2DD6FE}" dt="2024-11-14T11:47:19.145" v="2694" actId="12788"/>
          <ac:grpSpMkLst>
            <pc:docMk/>
            <pc:sldMk cId="4104913753" sldId="2147479294"/>
            <ac:grpSpMk id="46" creationId="{06DD1B34-DDE8-AE3F-A37C-D412BFBCC8F7}"/>
          </ac:grpSpMkLst>
        </pc:grpChg>
        <pc:grpChg chg="add mod">
          <ac:chgData name="Ilaria Bonazzi" userId="295470bc-6880-40bf-9a62-3e0f8dda1b51" providerId="ADAL" clId="{4DA83BA2-23ED-4EE7-AA48-A0874F2DD6FE}" dt="2024-11-14T11:47:19.145" v="2694" actId="12788"/>
          <ac:grpSpMkLst>
            <pc:docMk/>
            <pc:sldMk cId="4104913753" sldId="2147479294"/>
            <ac:grpSpMk id="49" creationId="{ECEE2EA3-4635-28C1-6729-1A3EFB75E8A4}"/>
          </ac:grpSpMkLst>
        </pc:grpChg>
        <pc:grpChg chg="add mod">
          <ac:chgData name="Ilaria Bonazzi" userId="295470bc-6880-40bf-9a62-3e0f8dda1b51" providerId="ADAL" clId="{4DA83BA2-23ED-4EE7-AA48-A0874F2DD6FE}" dt="2024-11-14T11:47:19.145" v="2694" actId="12788"/>
          <ac:grpSpMkLst>
            <pc:docMk/>
            <pc:sldMk cId="4104913753" sldId="2147479294"/>
            <ac:grpSpMk id="99" creationId="{BBD11019-6443-5E94-1564-6BB1CC81FEC3}"/>
          </ac:grpSpMkLst>
        </pc:grpChg>
        <pc:grpChg chg="add mod">
          <ac:chgData name="Ilaria Bonazzi" userId="295470bc-6880-40bf-9a62-3e0f8dda1b51" providerId="ADAL" clId="{4DA83BA2-23ED-4EE7-AA48-A0874F2DD6FE}" dt="2024-11-14T11:47:19.145" v="2694" actId="12788"/>
          <ac:grpSpMkLst>
            <pc:docMk/>
            <pc:sldMk cId="4104913753" sldId="2147479294"/>
            <ac:grpSpMk id="102" creationId="{64CC5BF5-E126-EB91-9173-26A8203C661C}"/>
          </ac:grpSpMkLst>
        </pc:grpChg>
        <pc:cxnChg chg="add mod">
          <ac:chgData name="Ilaria Bonazzi" userId="295470bc-6880-40bf-9a62-3e0f8dda1b51" providerId="ADAL" clId="{4DA83BA2-23ED-4EE7-AA48-A0874F2DD6FE}" dt="2024-11-12T14:02:24.511" v="1698"/>
          <ac:cxnSpMkLst>
            <pc:docMk/>
            <pc:sldMk cId="4104913753" sldId="2147479294"/>
            <ac:cxnSpMk id="37" creationId="{4D662884-E842-B495-83FC-3C85DCDCD36B}"/>
          </ac:cxnSpMkLst>
        </pc:cxnChg>
        <pc:cxnChg chg="add mod">
          <ac:chgData name="Ilaria Bonazzi" userId="295470bc-6880-40bf-9a62-3e0f8dda1b51" providerId="ADAL" clId="{4DA83BA2-23ED-4EE7-AA48-A0874F2DD6FE}" dt="2024-11-12T14:10:12.724" v="2444" actId="1036"/>
          <ac:cxnSpMkLst>
            <pc:docMk/>
            <pc:sldMk cId="4104913753" sldId="2147479294"/>
            <ac:cxnSpMk id="105" creationId="{3A9715EC-5CFD-24F6-B966-E7FADEC4101C}"/>
          </ac:cxnSpMkLst>
        </pc:cxnChg>
      </pc:sldChg>
      <pc:sldChg chg="addSp delSp modSp add mod">
        <pc:chgData name="Ilaria Bonazzi" userId="295470bc-6880-40bf-9a62-3e0f8dda1b51" providerId="ADAL" clId="{4DA83BA2-23ED-4EE7-AA48-A0874F2DD6FE}" dt="2024-11-14T11:55:10.946" v="2813" actId="14100"/>
        <pc:sldMkLst>
          <pc:docMk/>
          <pc:sldMk cId="1833307729" sldId="2147479295"/>
        </pc:sldMkLst>
        <pc:spChg chg="add mod">
          <ac:chgData name="Ilaria Bonazzi" userId="295470bc-6880-40bf-9a62-3e0f8dda1b51" providerId="ADAL" clId="{4DA83BA2-23ED-4EE7-AA48-A0874F2DD6FE}" dt="2024-11-14T11:54:21.855" v="2807" actId="1035"/>
          <ac:spMkLst>
            <pc:docMk/>
            <pc:sldMk cId="1833307729" sldId="2147479295"/>
            <ac:spMk id="4" creationId="{A0E0B420-C327-37AD-1C78-DC94DF56A83A}"/>
          </ac:spMkLst>
        </pc:spChg>
        <pc:spChg chg="mod">
          <ac:chgData name="Ilaria Bonazzi" userId="295470bc-6880-40bf-9a62-3e0f8dda1b51" providerId="ADAL" clId="{4DA83BA2-23ED-4EE7-AA48-A0874F2DD6FE}" dt="2024-11-14T11:54:48.005" v="2810" actId="20577"/>
          <ac:spMkLst>
            <pc:docMk/>
            <pc:sldMk cId="1833307729" sldId="2147479295"/>
            <ac:spMk id="5" creationId="{B0B49EFB-FFBD-D4D5-0569-7D122EE4276A}"/>
          </ac:spMkLst>
        </pc:spChg>
        <pc:spChg chg="mod">
          <ac:chgData name="Ilaria Bonazzi" userId="295470bc-6880-40bf-9a62-3e0f8dda1b51" providerId="ADAL" clId="{4DA83BA2-23ED-4EE7-AA48-A0874F2DD6FE}" dt="2024-11-14T11:52:35.299" v="2761" actId="1036"/>
          <ac:spMkLst>
            <pc:docMk/>
            <pc:sldMk cId="1833307729" sldId="2147479295"/>
            <ac:spMk id="6" creationId="{D4A45BCC-563A-76AA-E0BB-1830BECBE649}"/>
          </ac:spMkLst>
        </pc:spChg>
        <pc:spChg chg="add mod">
          <ac:chgData name="Ilaria Bonazzi" userId="295470bc-6880-40bf-9a62-3e0f8dda1b51" providerId="ADAL" clId="{4DA83BA2-23ED-4EE7-AA48-A0874F2DD6FE}" dt="2024-11-14T11:54:21.855" v="2807" actId="1035"/>
          <ac:spMkLst>
            <pc:docMk/>
            <pc:sldMk cId="1833307729" sldId="2147479295"/>
            <ac:spMk id="7" creationId="{896A0854-085B-CE70-8A78-5BBEA4241F0D}"/>
          </ac:spMkLst>
        </pc:spChg>
        <pc:spChg chg="mod">
          <ac:chgData name="Ilaria Bonazzi" userId="295470bc-6880-40bf-9a62-3e0f8dda1b51" providerId="ADAL" clId="{4DA83BA2-23ED-4EE7-AA48-A0874F2DD6FE}" dt="2024-11-14T11:55:10.946" v="2813" actId="14100"/>
          <ac:spMkLst>
            <pc:docMk/>
            <pc:sldMk cId="1833307729" sldId="2147479295"/>
            <ac:spMk id="8" creationId="{4B363C9D-3FCB-1F09-AC38-8506AF8E1586}"/>
          </ac:spMkLst>
        </pc:spChg>
        <pc:spChg chg="mod">
          <ac:chgData name="Ilaria Bonazzi" userId="295470bc-6880-40bf-9a62-3e0f8dda1b51" providerId="ADAL" clId="{4DA83BA2-23ED-4EE7-AA48-A0874F2DD6FE}" dt="2024-11-14T10:00:33.929" v="2565" actId="1076"/>
          <ac:spMkLst>
            <pc:docMk/>
            <pc:sldMk cId="1833307729" sldId="2147479295"/>
            <ac:spMk id="9" creationId="{E012B296-4350-1EFF-5F23-B91364B6D474}"/>
          </ac:spMkLst>
        </pc:spChg>
        <pc:spChg chg="add mod">
          <ac:chgData name="Ilaria Bonazzi" userId="295470bc-6880-40bf-9a62-3e0f8dda1b51" providerId="ADAL" clId="{4DA83BA2-23ED-4EE7-AA48-A0874F2DD6FE}" dt="2024-11-14T11:54:21.855" v="2807" actId="1035"/>
          <ac:spMkLst>
            <pc:docMk/>
            <pc:sldMk cId="1833307729" sldId="2147479295"/>
            <ac:spMk id="10" creationId="{08718B50-E494-2D6C-1EA1-908B8131E153}"/>
          </ac:spMkLst>
        </pc:spChg>
        <pc:spChg chg="mod">
          <ac:chgData name="Ilaria Bonazzi" userId="295470bc-6880-40bf-9a62-3e0f8dda1b51" providerId="ADAL" clId="{4DA83BA2-23ED-4EE7-AA48-A0874F2DD6FE}" dt="2024-11-14T11:52:35.299" v="2761" actId="1036"/>
          <ac:spMkLst>
            <pc:docMk/>
            <pc:sldMk cId="1833307729" sldId="2147479295"/>
            <ac:spMk id="11" creationId="{57960830-3BA4-F40B-43A2-CBCD710FCE4C}"/>
          </ac:spMkLst>
        </pc:spChg>
        <pc:spChg chg="mod">
          <ac:chgData name="Ilaria Bonazzi" userId="295470bc-6880-40bf-9a62-3e0f8dda1b51" providerId="ADAL" clId="{4DA83BA2-23ED-4EE7-AA48-A0874F2DD6FE}" dt="2024-11-14T11:54:31.123" v="2808" actId="571"/>
          <ac:spMkLst>
            <pc:docMk/>
            <pc:sldMk cId="1833307729" sldId="2147479295"/>
            <ac:spMk id="14" creationId="{007F60A0-040C-BFF0-3620-FF52BEBC9899}"/>
          </ac:spMkLst>
        </pc:spChg>
        <pc:spChg chg="mod">
          <ac:chgData name="Ilaria Bonazzi" userId="295470bc-6880-40bf-9a62-3e0f8dda1b51" providerId="ADAL" clId="{4DA83BA2-23ED-4EE7-AA48-A0874F2DD6FE}" dt="2024-11-14T11:54:31.123" v="2808" actId="571"/>
          <ac:spMkLst>
            <pc:docMk/>
            <pc:sldMk cId="1833307729" sldId="2147479295"/>
            <ac:spMk id="15" creationId="{4403DB25-8B72-CD7F-8269-9C7A9831D644}"/>
          </ac:spMkLst>
        </pc:spChg>
        <pc:spChg chg="mod">
          <ac:chgData name="Ilaria Bonazzi" userId="295470bc-6880-40bf-9a62-3e0f8dda1b51" providerId="ADAL" clId="{4DA83BA2-23ED-4EE7-AA48-A0874F2DD6FE}" dt="2024-11-14T11:52:35.299" v="2761" actId="1036"/>
          <ac:spMkLst>
            <pc:docMk/>
            <pc:sldMk cId="1833307729" sldId="2147479295"/>
            <ac:spMk id="18" creationId="{9014FD10-B439-9CE1-0BB9-213EB23F3066}"/>
          </ac:spMkLst>
        </pc:spChg>
        <pc:spChg chg="mod">
          <ac:chgData name="Ilaria Bonazzi" userId="295470bc-6880-40bf-9a62-3e0f8dda1b51" providerId="ADAL" clId="{4DA83BA2-23ED-4EE7-AA48-A0874F2DD6FE}" dt="2024-11-14T11:52:35.299" v="2761" actId="1036"/>
          <ac:spMkLst>
            <pc:docMk/>
            <pc:sldMk cId="1833307729" sldId="2147479295"/>
            <ac:spMk id="19" creationId="{053F7C76-EFB1-FF4C-D0CC-81DC6AD2DB8F}"/>
          </ac:spMkLst>
        </pc:spChg>
        <pc:spChg chg="mod">
          <ac:chgData name="Ilaria Bonazzi" userId="295470bc-6880-40bf-9a62-3e0f8dda1b51" providerId="ADAL" clId="{4DA83BA2-23ED-4EE7-AA48-A0874F2DD6FE}" dt="2024-11-14T11:55:02.629" v="2812"/>
          <ac:spMkLst>
            <pc:docMk/>
            <pc:sldMk cId="1833307729" sldId="2147479295"/>
            <ac:spMk id="21" creationId="{2659595F-498E-ED26-6DBC-5E07DA961E35}"/>
          </ac:spMkLst>
        </pc:spChg>
        <pc:spChg chg="mod">
          <ac:chgData name="Ilaria Bonazzi" userId="295470bc-6880-40bf-9a62-3e0f8dda1b51" providerId="ADAL" clId="{4DA83BA2-23ED-4EE7-AA48-A0874F2DD6FE}" dt="2024-11-14T11:52:35.299" v="2761" actId="1036"/>
          <ac:spMkLst>
            <pc:docMk/>
            <pc:sldMk cId="1833307729" sldId="2147479295"/>
            <ac:spMk id="26" creationId="{8B65C73A-DB24-7EA6-FE7F-6944124A3634}"/>
          </ac:spMkLst>
        </pc:spChg>
        <pc:spChg chg="mod topLvl">
          <ac:chgData name="Ilaria Bonazzi" userId="295470bc-6880-40bf-9a62-3e0f8dda1b51" providerId="ADAL" clId="{4DA83BA2-23ED-4EE7-AA48-A0874F2DD6FE}" dt="2024-11-12T13:51:07.474" v="1432" actId="164"/>
          <ac:spMkLst>
            <pc:docMk/>
            <pc:sldMk cId="1833307729" sldId="2147479295"/>
            <ac:spMk id="31" creationId="{06491C66-43FA-A702-C3F9-5D60E295583C}"/>
          </ac:spMkLst>
        </pc:spChg>
        <pc:spChg chg="mod topLvl">
          <ac:chgData name="Ilaria Bonazzi" userId="295470bc-6880-40bf-9a62-3e0f8dda1b51" providerId="ADAL" clId="{4DA83BA2-23ED-4EE7-AA48-A0874F2DD6FE}" dt="2024-11-12T13:51:07.474" v="1432" actId="164"/>
          <ac:spMkLst>
            <pc:docMk/>
            <pc:sldMk cId="1833307729" sldId="2147479295"/>
            <ac:spMk id="32" creationId="{5A4A0E55-FDE0-51C2-A1B5-B7CD46CF8481}"/>
          </ac:spMkLst>
        </pc:spChg>
        <pc:spChg chg="mod">
          <ac:chgData name="Ilaria Bonazzi" userId="295470bc-6880-40bf-9a62-3e0f8dda1b51" providerId="ADAL" clId="{4DA83BA2-23ED-4EE7-AA48-A0874F2DD6FE}" dt="2024-11-12T13:51:11.861" v="1433" actId="571"/>
          <ac:spMkLst>
            <pc:docMk/>
            <pc:sldMk cId="1833307729" sldId="2147479295"/>
            <ac:spMk id="35" creationId="{3FE5E416-8BA7-D1AD-B6B8-8E168E6290B5}"/>
          </ac:spMkLst>
        </pc:spChg>
        <pc:spChg chg="mod">
          <ac:chgData name="Ilaria Bonazzi" userId="295470bc-6880-40bf-9a62-3e0f8dda1b51" providerId="ADAL" clId="{4DA83BA2-23ED-4EE7-AA48-A0874F2DD6FE}" dt="2024-11-12T13:51:11.861" v="1433" actId="571"/>
          <ac:spMkLst>
            <pc:docMk/>
            <pc:sldMk cId="1833307729" sldId="2147479295"/>
            <ac:spMk id="36" creationId="{DF2E7CA4-EC67-7BF0-733E-8E91D8F2FAEC}"/>
          </ac:spMkLst>
        </pc:spChg>
        <pc:spChg chg="mod">
          <ac:chgData name="Ilaria Bonazzi" userId="295470bc-6880-40bf-9a62-3e0f8dda1b51" providerId="ADAL" clId="{4DA83BA2-23ED-4EE7-AA48-A0874F2DD6FE}" dt="2024-11-12T13:51:14.086" v="1434" actId="571"/>
          <ac:spMkLst>
            <pc:docMk/>
            <pc:sldMk cId="1833307729" sldId="2147479295"/>
            <ac:spMk id="38" creationId="{8505D1C7-AB9B-7269-1858-BD3D9C990524}"/>
          </ac:spMkLst>
        </pc:spChg>
        <pc:spChg chg="mod">
          <ac:chgData name="Ilaria Bonazzi" userId="295470bc-6880-40bf-9a62-3e0f8dda1b51" providerId="ADAL" clId="{4DA83BA2-23ED-4EE7-AA48-A0874F2DD6FE}" dt="2024-11-12T14:02:48.802" v="1704" actId="1076"/>
          <ac:spMkLst>
            <pc:docMk/>
            <pc:sldMk cId="1833307729" sldId="2147479295"/>
            <ac:spMk id="39" creationId="{9587A268-702B-19D2-8A96-7DC5A6F1FD59}"/>
          </ac:spMkLst>
        </pc:spChg>
        <pc:spChg chg="mod">
          <ac:chgData name="Ilaria Bonazzi" userId="295470bc-6880-40bf-9a62-3e0f8dda1b51" providerId="ADAL" clId="{4DA83BA2-23ED-4EE7-AA48-A0874F2DD6FE}" dt="2024-11-12T13:51:16.853" v="1435" actId="571"/>
          <ac:spMkLst>
            <pc:docMk/>
            <pc:sldMk cId="1833307729" sldId="2147479295"/>
            <ac:spMk id="41" creationId="{20D1BAD0-6D77-6309-DEFE-EB0489DBFEBB}"/>
          </ac:spMkLst>
        </pc:spChg>
        <pc:spChg chg="mod">
          <ac:chgData name="Ilaria Bonazzi" userId="295470bc-6880-40bf-9a62-3e0f8dda1b51" providerId="ADAL" clId="{4DA83BA2-23ED-4EE7-AA48-A0874F2DD6FE}" dt="2024-11-12T14:03:11.565" v="1709" actId="6549"/>
          <ac:spMkLst>
            <pc:docMk/>
            <pc:sldMk cId="1833307729" sldId="2147479295"/>
            <ac:spMk id="42" creationId="{966F278A-941F-2607-876C-1BE3B5DA13F0}"/>
          </ac:spMkLst>
        </pc:spChg>
        <pc:spChg chg="add mod">
          <ac:chgData name="Ilaria Bonazzi" userId="295470bc-6880-40bf-9a62-3e0f8dda1b51" providerId="ADAL" clId="{4DA83BA2-23ED-4EE7-AA48-A0874F2DD6FE}" dt="2024-11-12T14:02:20.639" v="1696"/>
          <ac:spMkLst>
            <pc:docMk/>
            <pc:sldMk cId="1833307729" sldId="2147479295"/>
            <ac:spMk id="47" creationId="{79328E4F-245E-A1FE-7F59-5A1187D95CCA}"/>
          </ac:spMkLst>
        </pc:spChg>
        <pc:spChg chg="add mod">
          <ac:chgData name="Ilaria Bonazzi" userId="295470bc-6880-40bf-9a62-3e0f8dda1b51" providerId="ADAL" clId="{4DA83BA2-23ED-4EE7-AA48-A0874F2DD6FE}" dt="2024-11-12T14:02:20.639" v="1696"/>
          <ac:spMkLst>
            <pc:docMk/>
            <pc:sldMk cId="1833307729" sldId="2147479295"/>
            <ac:spMk id="48" creationId="{473114B7-5B93-3923-1E94-56021E6B138F}"/>
          </ac:spMkLst>
        </pc:spChg>
        <pc:spChg chg="add mod">
          <ac:chgData name="Ilaria Bonazzi" userId="295470bc-6880-40bf-9a62-3e0f8dda1b51" providerId="ADAL" clId="{4DA83BA2-23ED-4EE7-AA48-A0874F2DD6FE}" dt="2024-11-12T14:02:20.639" v="1696"/>
          <ac:spMkLst>
            <pc:docMk/>
            <pc:sldMk cId="1833307729" sldId="2147479295"/>
            <ac:spMk id="49" creationId="{A653BBC1-BA1E-5292-95D9-B82A378C097A}"/>
          </ac:spMkLst>
        </pc:spChg>
        <pc:spChg chg="add mod">
          <ac:chgData name="Ilaria Bonazzi" userId="295470bc-6880-40bf-9a62-3e0f8dda1b51" providerId="ADAL" clId="{4DA83BA2-23ED-4EE7-AA48-A0874F2DD6FE}" dt="2024-11-14T10:01:10.244" v="2582" actId="12788"/>
          <ac:spMkLst>
            <pc:docMk/>
            <pc:sldMk cId="1833307729" sldId="2147479295"/>
            <ac:spMk id="50" creationId="{DDA9D0B6-EDB1-26F3-CA4A-7594AE8EE490}"/>
          </ac:spMkLst>
        </pc:spChg>
        <pc:spChg chg="mod">
          <ac:chgData name="Ilaria Bonazzi" userId="295470bc-6880-40bf-9a62-3e0f8dda1b51" providerId="ADAL" clId="{4DA83BA2-23ED-4EE7-AA48-A0874F2DD6FE}" dt="2024-11-14T11:54:12.172" v="2803" actId="1035"/>
          <ac:spMkLst>
            <pc:docMk/>
            <pc:sldMk cId="1833307729" sldId="2147479295"/>
            <ac:spMk id="59" creationId="{F0886AA1-9B23-B970-B9F5-8ED8188D2314}"/>
          </ac:spMkLst>
        </pc:spChg>
        <pc:spChg chg="mod">
          <ac:chgData name="Ilaria Bonazzi" userId="295470bc-6880-40bf-9a62-3e0f8dda1b51" providerId="ADAL" clId="{4DA83BA2-23ED-4EE7-AA48-A0874F2DD6FE}" dt="2024-11-14T11:54:12.172" v="2803" actId="1035"/>
          <ac:spMkLst>
            <pc:docMk/>
            <pc:sldMk cId="1833307729" sldId="2147479295"/>
            <ac:spMk id="60" creationId="{A58FEA1F-59A5-3075-E6C1-DDECCB40EBB2}"/>
          </ac:spMkLst>
        </pc:spChg>
        <pc:spChg chg="mod">
          <ac:chgData name="Ilaria Bonazzi" userId="295470bc-6880-40bf-9a62-3e0f8dda1b51" providerId="ADAL" clId="{4DA83BA2-23ED-4EE7-AA48-A0874F2DD6FE}" dt="2024-11-14T11:54:12.172" v="2803" actId="1035"/>
          <ac:spMkLst>
            <pc:docMk/>
            <pc:sldMk cId="1833307729" sldId="2147479295"/>
            <ac:spMk id="61" creationId="{4E3D7526-5C94-D1E0-3D6E-9199DC03BD1D}"/>
          </ac:spMkLst>
        </pc:spChg>
        <pc:spChg chg="add mod">
          <ac:chgData name="Ilaria Bonazzi" userId="295470bc-6880-40bf-9a62-3e0f8dda1b51" providerId="ADAL" clId="{4DA83BA2-23ED-4EE7-AA48-A0874F2DD6FE}" dt="2024-11-12T14:02:20.639" v="1696"/>
          <ac:spMkLst>
            <pc:docMk/>
            <pc:sldMk cId="1833307729" sldId="2147479295"/>
            <ac:spMk id="62" creationId="{33EC7197-18D6-1BA9-9A49-E9B1AB8B4B7E}"/>
          </ac:spMkLst>
        </pc:spChg>
        <pc:grpChg chg="add mod">
          <ac:chgData name="Ilaria Bonazzi" userId="295470bc-6880-40bf-9a62-3e0f8dda1b51" providerId="ADAL" clId="{4DA83BA2-23ED-4EE7-AA48-A0874F2DD6FE}" dt="2024-11-14T11:54:33.839" v="2809" actId="552"/>
          <ac:grpSpMkLst>
            <pc:docMk/>
            <pc:sldMk cId="1833307729" sldId="2147479295"/>
            <ac:grpSpMk id="13" creationId="{26BCDA36-E620-6CBC-CC13-A6E4EF631EA6}"/>
          </ac:grpSpMkLst>
        </pc:grpChg>
        <pc:grpChg chg="add mod">
          <ac:chgData name="Ilaria Bonazzi" userId="295470bc-6880-40bf-9a62-3e0f8dda1b51" providerId="ADAL" clId="{4DA83BA2-23ED-4EE7-AA48-A0874F2DD6FE}" dt="2024-11-14T11:54:33.839" v="2809" actId="552"/>
          <ac:grpSpMkLst>
            <pc:docMk/>
            <pc:sldMk cId="1833307729" sldId="2147479295"/>
            <ac:grpSpMk id="33" creationId="{BF980ABA-1A80-D900-2EE7-821E43CC4714}"/>
          </ac:grpSpMkLst>
        </pc:grpChg>
        <pc:grpChg chg="add mod">
          <ac:chgData name="Ilaria Bonazzi" userId="295470bc-6880-40bf-9a62-3e0f8dda1b51" providerId="ADAL" clId="{4DA83BA2-23ED-4EE7-AA48-A0874F2DD6FE}" dt="2024-11-14T11:54:33.839" v="2809" actId="552"/>
          <ac:grpSpMkLst>
            <pc:docMk/>
            <pc:sldMk cId="1833307729" sldId="2147479295"/>
            <ac:grpSpMk id="34" creationId="{916CF3AB-E8B5-7500-838E-35D6452CA8D7}"/>
          </ac:grpSpMkLst>
        </pc:grpChg>
        <pc:grpChg chg="add mod">
          <ac:chgData name="Ilaria Bonazzi" userId="295470bc-6880-40bf-9a62-3e0f8dda1b51" providerId="ADAL" clId="{4DA83BA2-23ED-4EE7-AA48-A0874F2DD6FE}" dt="2024-11-14T11:54:33.839" v="2809" actId="552"/>
          <ac:grpSpMkLst>
            <pc:docMk/>
            <pc:sldMk cId="1833307729" sldId="2147479295"/>
            <ac:grpSpMk id="37" creationId="{220B6DED-71A8-A6D8-A998-8CC993D9EF96}"/>
          </ac:grpSpMkLst>
        </pc:grpChg>
        <pc:grpChg chg="add mod">
          <ac:chgData name="Ilaria Bonazzi" userId="295470bc-6880-40bf-9a62-3e0f8dda1b51" providerId="ADAL" clId="{4DA83BA2-23ED-4EE7-AA48-A0874F2DD6FE}" dt="2024-11-14T11:54:33.839" v="2809" actId="552"/>
          <ac:grpSpMkLst>
            <pc:docMk/>
            <pc:sldMk cId="1833307729" sldId="2147479295"/>
            <ac:grpSpMk id="40" creationId="{DF1FDCA7-292F-71BC-D87F-711199E911FE}"/>
          </ac:grpSpMkLst>
        </pc:grpChg>
        <pc:cxnChg chg="add mod">
          <ac:chgData name="Ilaria Bonazzi" userId="295470bc-6880-40bf-9a62-3e0f8dda1b51" providerId="ADAL" clId="{4DA83BA2-23ED-4EE7-AA48-A0874F2DD6FE}" dt="2024-11-12T14:02:20.639" v="1696"/>
          <ac:cxnSpMkLst>
            <pc:docMk/>
            <pc:sldMk cId="1833307729" sldId="2147479295"/>
            <ac:cxnSpMk id="46" creationId="{F785C6E9-1A69-5BF9-F956-FAC14E9B3880}"/>
          </ac:cxnSpMkLst>
        </pc:cxnChg>
      </pc:sldChg>
      <pc:sldChg chg="addSp delSp modSp add mod">
        <pc:chgData name="Ilaria Bonazzi" userId="295470bc-6880-40bf-9a62-3e0f8dda1b51" providerId="ADAL" clId="{4DA83BA2-23ED-4EE7-AA48-A0874F2DD6FE}" dt="2024-11-14T11:58:29.793" v="2871" actId="14100"/>
        <pc:sldMkLst>
          <pc:docMk/>
          <pc:sldMk cId="3809967559" sldId="2147479296"/>
        </pc:sldMkLst>
        <pc:spChg chg="mod">
          <ac:chgData name="Ilaria Bonazzi" userId="295470bc-6880-40bf-9a62-3e0f8dda1b51" providerId="ADAL" clId="{4DA83BA2-23ED-4EE7-AA48-A0874F2DD6FE}" dt="2024-11-14T11:58:27.990" v="2870" actId="1035"/>
          <ac:spMkLst>
            <pc:docMk/>
            <pc:sldMk cId="3809967559" sldId="2147479296"/>
            <ac:spMk id="4" creationId="{0745DC84-4469-F5CA-AE88-36ECA3CABCB4}"/>
          </ac:spMkLst>
        </pc:spChg>
        <pc:spChg chg="mod">
          <ac:chgData name="Ilaria Bonazzi" userId="295470bc-6880-40bf-9a62-3e0f8dda1b51" providerId="ADAL" clId="{4DA83BA2-23ED-4EE7-AA48-A0874F2DD6FE}" dt="2024-11-14T11:58:12.053" v="2835" actId="1035"/>
          <ac:spMkLst>
            <pc:docMk/>
            <pc:sldMk cId="3809967559" sldId="2147479296"/>
            <ac:spMk id="5" creationId="{B0B49EFB-FFBD-D4D5-0569-7D122EE4276A}"/>
          </ac:spMkLst>
        </pc:spChg>
        <pc:spChg chg="mod">
          <ac:chgData name="Ilaria Bonazzi" userId="295470bc-6880-40bf-9a62-3e0f8dda1b51" providerId="ADAL" clId="{4DA83BA2-23ED-4EE7-AA48-A0874F2DD6FE}" dt="2024-11-14T11:58:12.053" v="2835" actId="1035"/>
          <ac:spMkLst>
            <pc:docMk/>
            <pc:sldMk cId="3809967559" sldId="2147479296"/>
            <ac:spMk id="6" creationId="{D4A45BCC-563A-76AA-E0BB-1830BECBE649}"/>
          </ac:spMkLst>
        </pc:spChg>
        <pc:spChg chg="mod">
          <ac:chgData name="Ilaria Bonazzi" userId="295470bc-6880-40bf-9a62-3e0f8dda1b51" providerId="ADAL" clId="{4DA83BA2-23ED-4EE7-AA48-A0874F2DD6FE}" dt="2024-11-14T11:58:29.793" v="2871" actId="14100"/>
          <ac:spMkLst>
            <pc:docMk/>
            <pc:sldMk cId="3809967559" sldId="2147479296"/>
            <ac:spMk id="8" creationId="{4B363C9D-3FCB-1F09-AC38-8506AF8E1586}"/>
          </ac:spMkLst>
        </pc:spChg>
        <pc:spChg chg="mod">
          <ac:chgData name="Ilaria Bonazzi" userId="295470bc-6880-40bf-9a62-3e0f8dda1b51" providerId="ADAL" clId="{4DA83BA2-23ED-4EE7-AA48-A0874F2DD6FE}" dt="2024-11-14T11:58:27.990" v="2870" actId="1035"/>
          <ac:spMkLst>
            <pc:docMk/>
            <pc:sldMk cId="3809967559" sldId="2147479296"/>
            <ac:spMk id="10" creationId="{5EB0B0E4-DEBE-4E8B-3005-791EE5B2AEBC}"/>
          </ac:spMkLst>
        </pc:spChg>
        <pc:spChg chg="mod">
          <ac:chgData name="Ilaria Bonazzi" userId="295470bc-6880-40bf-9a62-3e0f8dda1b51" providerId="ADAL" clId="{4DA83BA2-23ED-4EE7-AA48-A0874F2DD6FE}" dt="2024-11-14T11:58:27.990" v="2870" actId="1035"/>
          <ac:spMkLst>
            <pc:docMk/>
            <pc:sldMk cId="3809967559" sldId="2147479296"/>
            <ac:spMk id="11" creationId="{57960830-3BA4-F40B-43A2-CBCD710FCE4C}"/>
          </ac:spMkLst>
        </pc:spChg>
        <pc:spChg chg="mod">
          <ac:chgData name="Ilaria Bonazzi" userId="295470bc-6880-40bf-9a62-3e0f8dda1b51" providerId="ADAL" clId="{4DA83BA2-23ED-4EE7-AA48-A0874F2DD6FE}" dt="2024-11-12T14:02:13.562" v="1694"/>
          <ac:spMkLst>
            <pc:docMk/>
            <pc:sldMk cId="3809967559" sldId="2147479296"/>
            <ac:spMk id="15" creationId="{7776A272-1F13-5B06-CF55-D33AA8EE9DF0}"/>
          </ac:spMkLst>
        </pc:spChg>
        <pc:spChg chg="mod">
          <ac:chgData name="Ilaria Bonazzi" userId="295470bc-6880-40bf-9a62-3e0f8dda1b51" providerId="ADAL" clId="{4DA83BA2-23ED-4EE7-AA48-A0874F2DD6FE}" dt="2024-11-12T14:02:03.446" v="1693" actId="20577"/>
          <ac:spMkLst>
            <pc:docMk/>
            <pc:sldMk cId="3809967559" sldId="2147479296"/>
            <ac:spMk id="16" creationId="{4961CA4A-33D1-5F8C-F7CA-B8D395ABBF90}"/>
          </ac:spMkLst>
        </pc:spChg>
        <pc:spChg chg="mod">
          <ac:chgData name="Ilaria Bonazzi" userId="295470bc-6880-40bf-9a62-3e0f8dda1b51" providerId="ADAL" clId="{4DA83BA2-23ED-4EE7-AA48-A0874F2DD6FE}" dt="2024-11-14T11:58:12.053" v="2835" actId="1035"/>
          <ac:spMkLst>
            <pc:docMk/>
            <pc:sldMk cId="3809967559" sldId="2147479296"/>
            <ac:spMk id="18" creationId="{9014FD10-B439-9CE1-0BB9-213EB23F3066}"/>
          </ac:spMkLst>
        </pc:spChg>
        <pc:spChg chg="mod">
          <ac:chgData name="Ilaria Bonazzi" userId="295470bc-6880-40bf-9a62-3e0f8dda1b51" providerId="ADAL" clId="{4DA83BA2-23ED-4EE7-AA48-A0874F2DD6FE}" dt="2024-11-14T11:58:12.053" v="2835" actId="1035"/>
          <ac:spMkLst>
            <pc:docMk/>
            <pc:sldMk cId="3809967559" sldId="2147479296"/>
            <ac:spMk id="19" creationId="{053F7C76-EFB1-FF4C-D0CC-81DC6AD2DB8F}"/>
          </ac:spMkLst>
        </pc:spChg>
        <pc:spChg chg="mod">
          <ac:chgData name="Ilaria Bonazzi" userId="295470bc-6880-40bf-9a62-3e0f8dda1b51" providerId="ADAL" clId="{4DA83BA2-23ED-4EE7-AA48-A0874F2DD6FE}" dt="2024-11-14T10:01:18.696" v="2583" actId="12788"/>
          <ac:spMkLst>
            <pc:docMk/>
            <pc:sldMk cId="3809967559" sldId="2147479296"/>
            <ac:spMk id="20" creationId="{6B70EB40-EF4C-E9E1-0198-3D0EAC1682DF}"/>
          </ac:spMkLst>
        </pc:spChg>
        <pc:spChg chg="mod">
          <ac:chgData name="Ilaria Bonazzi" userId="295470bc-6880-40bf-9a62-3e0f8dda1b51" providerId="ADAL" clId="{4DA83BA2-23ED-4EE7-AA48-A0874F2DD6FE}" dt="2024-11-14T11:58:27.990" v="2870" actId="1035"/>
          <ac:spMkLst>
            <pc:docMk/>
            <pc:sldMk cId="3809967559" sldId="2147479296"/>
            <ac:spMk id="21" creationId="{2659595F-498E-ED26-6DBC-5E07DA961E35}"/>
          </ac:spMkLst>
        </pc:spChg>
        <pc:spChg chg="mod">
          <ac:chgData name="Ilaria Bonazzi" userId="295470bc-6880-40bf-9a62-3e0f8dda1b51" providerId="ADAL" clId="{4DA83BA2-23ED-4EE7-AA48-A0874F2DD6FE}" dt="2024-11-14T11:58:27.990" v="2870" actId="1035"/>
          <ac:spMkLst>
            <pc:docMk/>
            <pc:sldMk cId="3809967559" sldId="2147479296"/>
            <ac:spMk id="25" creationId="{F59127A6-E5B3-1E76-BB85-A20E1E745A0E}"/>
          </ac:spMkLst>
        </pc:spChg>
        <pc:spChg chg="mod">
          <ac:chgData name="Ilaria Bonazzi" userId="295470bc-6880-40bf-9a62-3e0f8dda1b51" providerId="ADAL" clId="{4DA83BA2-23ED-4EE7-AA48-A0874F2DD6FE}" dt="2024-11-12T14:01:09.783" v="1659" actId="6549"/>
          <ac:spMkLst>
            <pc:docMk/>
            <pc:sldMk cId="3809967559" sldId="2147479296"/>
            <ac:spMk id="32" creationId="{5A4A0E55-FDE0-51C2-A1B5-B7CD46CF8481}"/>
          </ac:spMkLst>
        </pc:spChg>
        <pc:spChg chg="mod">
          <ac:chgData name="Ilaria Bonazzi" userId="295470bc-6880-40bf-9a62-3e0f8dda1b51" providerId="ADAL" clId="{4DA83BA2-23ED-4EE7-AA48-A0874F2DD6FE}" dt="2024-11-12T14:01:07.447" v="1657" actId="20577"/>
          <ac:spMkLst>
            <pc:docMk/>
            <pc:sldMk cId="3809967559" sldId="2147479296"/>
            <ac:spMk id="36" creationId="{DF2E7CA4-EC67-7BF0-733E-8E91D8F2FAEC}"/>
          </ac:spMkLst>
        </pc:spChg>
        <pc:spChg chg="mod">
          <ac:chgData name="Ilaria Bonazzi" userId="295470bc-6880-40bf-9a62-3e0f8dda1b51" providerId="ADAL" clId="{4DA83BA2-23ED-4EE7-AA48-A0874F2DD6FE}" dt="2024-11-12T14:01:03.131" v="1654" actId="20577"/>
          <ac:spMkLst>
            <pc:docMk/>
            <pc:sldMk cId="3809967559" sldId="2147479296"/>
            <ac:spMk id="42" creationId="{966F278A-941F-2607-876C-1BE3B5DA13F0}"/>
          </ac:spMkLst>
        </pc:spChg>
        <pc:spChg chg="mod">
          <ac:chgData name="Ilaria Bonazzi" userId="295470bc-6880-40bf-9a62-3e0f8dda1b51" providerId="ADAL" clId="{4DA83BA2-23ED-4EE7-AA48-A0874F2DD6FE}" dt="2024-11-12T14:01:13.758" v="1661" actId="6549"/>
          <ac:spMkLst>
            <pc:docMk/>
            <pc:sldMk cId="3809967559" sldId="2147479296"/>
            <ac:spMk id="45" creationId="{C2075A7F-A2B1-AD89-C647-910244AE9A44}"/>
          </ac:spMkLst>
        </pc:spChg>
        <pc:spChg chg="mod">
          <ac:chgData name="Ilaria Bonazzi" userId="295470bc-6880-40bf-9a62-3e0f8dda1b51" providerId="ADAL" clId="{4DA83BA2-23ED-4EE7-AA48-A0874F2DD6FE}" dt="2024-11-14T11:58:05.849" v="2817" actId="14100"/>
          <ac:spMkLst>
            <pc:docMk/>
            <pc:sldMk cId="3809967559" sldId="2147479296"/>
            <ac:spMk id="59" creationId="{F0886AA1-9B23-B970-B9F5-8ED8188D2314}"/>
          </ac:spMkLst>
        </pc:spChg>
        <pc:spChg chg="mod">
          <ac:chgData name="Ilaria Bonazzi" userId="295470bc-6880-40bf-9a62-3e0f8dda1b51" providerId="ADAL" clId="{4DA83BA2-23ED-4EE7-AA48-A0874F2DD6FE}" dt="2024-11-14T11:58:15.996" v="2837" actId="12789"/>
          <ac:spMkLst>
            <pc:docMk/>
            <pc:sldMk cId="3809967559" sldId="2147479296"/>
            <ac:spMk id="60" creationId="{A58FEA1F-59A5-3075-E6C1-DDECCB40EBB2}"/>
          </ac:spMkLst>
        </pc:spChg>
        <pc:spChg chg="mod">
          <ac:chgData name="Ilaria Bonazzi" userId="295470bc-6880-40bf-9a62-3e0f8dda1b51" providerId="ADAL" clId="{4DA83BA2-23ED-4EE7-AA48-A0874F2DD6FE}" dt="2024-11-14T11:58:22.082" v="2850" actId="14100"/>
          <ac:spMkLst>
            <pc:docMk/>
            <pc:sldMk cId="3809967559" sldId="2147479296"/>
            <ac:spMk id="61" creationId="{4E3D7526-5C94-D1E0-3D6E-9199DC03BD1D}"/>
          </ac:spMkLst>
        </pc:spChg>
        <pc:grpChg chg="mod">
          <ac:chgData name="Ilaria Bonazzi" userId="295470bc-6880-40bf-9a62-3e0f8dda1b51" providerId="ADAL" clId="{4DA83BA2-23ED-4EE7-AA48-A0874F2DD6FE}" dt="2024-11-14T11:58:27.990" v="2870" actId="1035"/>
          <ac:grpSpMkLst>
            <pc:docMk/>
            <pc:sldMk cId="3809967559" sldId="2147479296"/>
            <ac:grpSpMk id="33" creationId="{BF980ABA-1A80-D900-2EE7-821E43CC4714}"/>
          </ac:grpSpMkLst>
        </pc:grpChg>
        <pc:grpChg chg="mod">
          <ac:chgData name="Ilaria Bonazzi" userId="295470bc-6880-40bf-9a62-3e0f8dda1b51" providerId="ADAL" clId="{4DA83BA2-23ED-4EE7-AA48-A0874F2DD6FE}" dt="2024-11-14T11:58:12.053" v="2835" actId="1035"/>
          <ac:grpSpMkLst>
            <pc:docMk/>
            <pc:sldMk cId="3809967559" sldId="2147479296"/>
            <ac:grpSpMk id="34" creationId="{916CF3AB-E8B5-7500-838E-35D6452CA8D7}"/>
          </ac:grpSpMkLst>
        </pc:grpChg>
        <pc:grpChg chg="mod">
          <ac:chgData name="Ilaria Bonazzi" userId="295470bc-6880-40bf-9a62-3e0f8dda1b51" providerId="ADAL" clId="{4DA83BA2-23ED-4EE7-AA48-A0874F2DD6FE}" dt="2024-11-14T11:58:12.053" v="2835" actId="1035"/>
          <ac:grpSpMkLst>
            <pc:docMk/>
            <pc:sldMk cId="3809967559" sldId="2147479296"/>
            <ac:grpSpMk id="37" creationId="{220B6DED-71A8-A6D8-A998-8CC993D9EF96}"/>
          </ac:grpSpMkLst>
        </pc:grpChg>
        <pc:grpChg chg="mod">
          <ac:chgData name="Ilaria Bonazzi" userId="295470bc-6880-40bf-9a62-3e0f8dda1b51" providerId="ADAL" clId="{4DA83BA2-23ED-4EE7-AA48-A0874F2DD6FE}" dt="2024-11-14T11:58:15.996" v="2837" actId="12789"/>
          <ac:grpSpMkLst>
            <pc:docMk/>
            <pc:sldMk cId="3809967559" sldId="2147479296"/>
            <ac:grpSpMk id="40" creationId="{DF1FDCA7-292F-71BC-D87F-711199E911FE}"/>
          </ac:grpSpMkLst>
        </pc:grpChg>
        <pc:grpChg chg="mod">
          <ac:chgData name="Ilaria Bonazzi" userId="295470bc-6880-40bf-9a62-3e0f8dda1b51" providerId="ADAL" clId="{4DA83BA2-23ED-4EE7-AA48-A0874F2DD6FE}" dt="2024-11-14T11:58:27.990" v="2870" actId="1035"/>
          <ac:grpSpMkLst>
            <pc:docMk/>
            <pc:sldMk cId="3809967559" sldId="2147479296"/>
            <ac:grpSpMk id="43" creationId="{E8A2A971-32C8-DB2E-6BFE-9206BD77AEFD}"/>
          </ac:grpSpMkLst>
        </pc:grpChg>
      </pc:sldChg>
      <pc:sldMasterChg chg="modSldLayout">
        <pc:chgData name="Ilaria Bonazzi" userId="295470bc-6880-40bf-9a62-3e0f8dda1b51" providerId="ADAL" clId="{4DA83BA2-23ED-4EE7-AA48-A0874F2DD6FE}" dt="2024-11-12T14:11:48.670" v="2446" actId="735"/>
        <pc:sldMasterMkLst>
          <pc:docMk/>
          <pc:sldMasterMk cId="682504062" sldId="2147483684"/>
        </pc:sldMasterMkLst>
        <pc:sldLayoutChg chg="modSp">
          <pc:chgData name="Ilaria Bonazzi" userId="295470bc-6880-40bf-9a62-3e0f8dda1b51" providerId="ADAL" clId="{4DA83BA2-23ED-4EE7-AA48-A0874F2DD6FE}" dt="2024-11-12T14:11:48.670" v="2446" actId="735"/>
          <pc:sldLayoutMkLst>
            <pc:docMk/>
            <pc:sldMasterMk cId="682504062" sldId="2147483684"/>
            <pc:sldLayoutMk cId="714998213" sldId="2147483701"/>
          </pc:sldLayoutMkLst>
        </pc:sldLayoutChg>
      </pc:sldMasterChg>
    </pc:docChg>
  </pc:docChgLst>
  <pc:docChgLst>
    <pc:chgData name="Alberto Davio" userId="ba6c19c2-0fde-4086-92c6-ba0460e67f4c" providerId="ADAL" clId="{2F4F42F9-3D28-40C1-984D-585CF59CA344}"/>
    <pc:docChg chg="undo custSel addSld delSld modSld sldOrd modMainMaster">
      <pc:chgData name="Alberto Davio" userId="ba6c19c2-0fde-4086-92c6-ba0460e67f4c" providerId="ADAL" clId="{2F4F42F9-3D28-40C1-984D-585CF59CA344}" dt="2024-12-10T11:37:15.232" v="4670" actId="20577"/>
      <pc:docMkLst>
        <pc:docMk/>
      </pc:docMkLst>
      <pc:sldChg chg="modSp del mod">
        <pc:chgData name="Alberto Davio" userId="ba6c19c2-0fde-4086-92c6-ba0460e67f4c" providerId="ADAL" clId="{2F4F42F9-3D28-40C1-984D-585CF59CA344}" dt="2024-11-11T11:13:55.426" v="219" actId="47"/>
        <pc:sldMkLst>
          <pc:docMk/>
          <pc:sldMk cId="1749361367" sldId="262"/>
        </pc:sldMkLst>
      </pc:sldChg>
      <pc:sldChg chg="addSp delSp modSp mod">
        <pc:chgData name="Alberto Davio" userId="ba6c19c2-0fde-4086-92c6-ba0460e67f4c" providerId="ADAL" clId="{2F4F42F9-3D28-40C1-984D-585CF59CA344}" dt="2024-12-10T08:39:02.048" v="3185" actId="478"/>
        <pc:sldMkLst>
          <pc:docMk/>
          <pc:sldMk cId="4086702424" sldId="1416255328"/>
        </pc:sldMkLst>
        <pc:spChg chg="add del mod">
          <ac:chgData name="Alberto Davio" userId="ba6c19c2-0fde-4086-92c6-ba0460e67f4c" providerId="ADAL" clId="{2F4F42F9-3D28-40C1-984D-585CF59CA344}" dt="2024-12-10T08:39:02.048" v="3185" actId="478"/>
          <ac:spMkLst>
            <pc:docMk/>
            <pc:sldMk cId="4086702424" sldId="1416255328"/>
            <ac:spMk id="3" creationId="{1E565558-D6CC-24FE-2F9A-D521A50BD4AC}"/>
          </ac:spMkLst>
        </pc:spChg>
        <pc:spChg chg="mod">
          <ac:chgData name="Alberto Davio" userId="ba6c19c2-0fde-4086-92c6-ba0460e67f4c" providerId="ADAL" clId="{2F4F42F9-3D28-40C1-984D-585CF59CA344}" dt="2024-11-12T10:37:22.048" v="433" actId="20577"/>
          <ac:spMkLst>
            <pc:docMk/>
            <pc:sldMk cId="4086702424" sldId="1416255328"/>
            <ac:spMk id="4" creationId="{5E27626D-9C5C-9240-2C5E-3BFA17ABAC17}"/>
          </ac:spMkLst>
        </pc:spChg>
        <pc:spChg chg="del mod">
          <ac:chgData name="Alberto Davio" userId="ba6c19c2-0fde-4086-92c6-ba0460e67f4c" providerId="ADAL" clId="{2F4F42F9-3D28-40C1-984D-585CF59CA344}" dt="2024-12-10T08:38:58.241" v="3184" actId="478"/>
          <ac:spMkLst>
            <pc:docMk/>
            <pc:sldMk cId="4086702424" sldId="1416255328"/>
            <ac:spMk id="7" creationId="{704C1820-662A-4A1E-A5DB-DBF3239904C0}"/>
          </ac:spMkLst>
        </pc:spChg>
      </pc:sldChg>
      <pc:sldChg chg="del">
        <pc:chgData name="Alberto Davio" userId="ba6c19c2-0fde-4086-92c6-ba0460e67f4c" providerId="ADAL" clId="{2F4F42F9-3D28-40C1-984D-585CF59CA344}" dt="2024-11-11T11:17:04.044" v="341" actId="47"/>
        <pc:sldMkLst>
          <pc:docMk/>
          <pc:sldMk cId="1658573208" sldId="1416255330"/>
        </pc:sldMkLst>
      </pc:sldChg>
      <pc:sldChg chg="del">
        <pc:chgData name="Alberto Davio" userId="ba6c19c2-0fde-4086-92c6-ba0460e67f4c" providerId="ADAL" clId="{2F4F42F9-3D28-40C1-984D-585CF59CA344}" dt="2024-11-11T11:17:06.204" v="342" actId="47"/>
        <pc:sldMkLst>
          <pc:docMk/>
          <pc:sldMk cId="855314296" sldId="1416255331"/>
        </pc:sldMkLst>
      </pc:sldChg>
      <pc:sldChg chg="modSp add del mod">
        <pc:chgData name="Alberto Davio" userId="ba6c19c2-0fde-4086-92c6-ba0460e67f4c" providerId="ADAL" clId="{2F4F42F9-3D28-40C1-984D-585CF59CA344}" dt="2024-11-12T11:44:18.051" v="896" actId="47"/>
        <pc:sldMkLst>
          <pc:docMk/>
          <pc:sldMk cId="1420845781" sldId="1416255332"/>
        </pc:sldMkLst>
      </pc:sldChg>
      <pc:sldChg chg="addSp delSp modSp add del mod">
        <pc:chgData name="Alberto Davio" userId="ba6c19c2-0fde-4086-92c6-ba0460e67f4c" providerId="ADAL" clId="{2F4F42F9-3D28-40C1-984D-585CF59CA344}" dt="2024-11-19T13:44:10.125" v="3151" actId="47"/>
        <pc:sldMkLst>
          <pc:docMk/>
          <pc:sldMk cId="3770655999" sldId="1416255333"/>
        </pc:sldMkLst>
      </pc:sldChg>
      <pc:sldChg chg="add del">
        <pc:chgData name="Alberto Davio" userId="ba6c19c2-0fde-4086-92c6-ba0460e67f4c" providerId="ADAL" clId="{2F4F42F9-3D28-40C1-984D-585CF59CA344}" dt="2024-11-12T10:51:51.289" v="448" actId="47"/>
        <pc:sldMkLst>
          <pc:docMk/>
          <pc:sldMk cId="735261752" sldId="2147474187"/>
        </pc:sldMkLst>
      </pc:sldChg>
      <pc:sldChg chg="add del">
        <pc:chgData name="Alberto Davio" userId="ba6c19c2-0fde-4086-92c6-ba0460e67f4c" providerId="ADAL" clId="{2F4F42F9-3D28-40C1-984D-585CF59CA344}" dt="2024-11-12T11:06:11.325" v="754" actId="47"/>
        <pc:sldMkLst>
          <pc:docMk/>
          <pc:sldMk cId="3304686211" sldId="2147479280"/>
        </pc:sldMkLst>
      </pc:sldChg>
      <pc:sldChg chg="delSp modSp del mod ord">
        <pc:chgData name="Alberto Davio" userId="ba6c19c2-0fde-4086-92c6-ba0460e67f4c" providerId="ADAL" clId="{2F4F42F9-3D28-40C1-984D-585CF59CA344}" dt="2024-11-12T11:57:09.489" v="1319" actId="47"/>
        <pc:sldMkLst>
          <pc:docMk/>
          <pc:sldMk cId="1498948741" sldId="2147479287"/>
        </pc:sldMkLst>
      </pc:sldChg>
      <pc:sldChg chg="addSp delSp modSp add mod">
        <pc:chgData name="Alberto Davio" userId="ba6c19c2-0fde-4086-92c6-ba0460e67f4c" providerId="ADAL" clId="{2F4F42F9-3D28-40C1-984D-585CF59CA344}" dt="2024-12-10T11:30:32.717" v="4664" actId="20577"/>
        <pc:sldMkLst>
          <pc:docMk/>
          <pc:sldMk cId="2812440588" sldId="2147479288"/>
        </pc:sldMkLst>
        <pc:spChg chg="mod">
          <ac:chgData name="Alberto Davio" userId="ba6c19c2-0fde-4086-92c6-ba0460e67f4c" providerId="ADAL" clId="{2F4F42F9-3D28-40C1-984D-585CF59CA344}" dt="2024-11-12T12:05:40.889" v="1872" actId="20577"/>
          <ac:spMkLst>
            <pc:docMk/>
            <pc:sldMk cId="2812440588" sldId="2147479288"/>
            <ac:spMk id="3" creationId="{C0A84EE6-4B08-1CD2-D5F9-C41D5238E0A0}"/>
          </ac:spMkLst>
        </pc:spChg>
        <pc:spChg chg="mod">
          <ac:chgData name="Alberto Davio" userId="ba6c19c2-0fde-4086-92c6-ba0460e67f4c" providerId="ADAL" clId="{2F4F42F9-3D28-40C1-984D-585CF59CA344}" dt="2024-11-28T13:20:12.200" v="3181" actId="20577"/>
          <ac:spMkLst>
            <pc:docMk/>
            <pc:sldMk cId="2812440588" sldId="2147479288"/>
            <ac:spMk id="4" creationId="{4F211693-71FE-F370-2A5E-AD1B798796D6}"/>
          </ac:spMkLst>
        </pc:spChg>
        <pc:spChg chg="add mod">
          <ac:chgData name="Alberto Davio" userId="ba6c19c2-0fde-4086-92c6-ba0460e67f4c" providerId="ADAL" clId="{2F4F42F9-3D28-40C1-984D-585CF59CA344}" dt="2024-11-12T12:05:58.353" v="1876"/>
          <ac:spMkLst>
            <pc:docMk/>
            <pc:sldMk cId="2812440588" sldId="2147479288"/>
            <ac:spMk id="12" creationId="{5F308FF5-5BB8-BE87-F9F2-9E270AC58B7B}"/>
          </ac:spMkLst>
        </pc:spChg>
        <pc:spChg chg="mod">
          <ac:chgData name="Alberto Davio" userId="ba6c19c2-0fde-4086-92c6-ba0460e67f4c" providerId="ADAL" clId="{2F4F42F9-3D28-40C1-984D-585CF59CA344}" dt="2024-11-14T11:15:17.507" v="3036" actId="14100"/>
          <ac:spMkLst>
            <pc:docMk/>
            <pc:sldMk cId="2812440588" sldId="2147479288"/>
            <ac:spMk id="59" creationId="{F0886AA1-9B23-B970-B9F5-8ED8188D2314}"/>
          </ac:spMkLst>
        </pc:spChg>
        <pc:spChg chg="mod">
          <ac:chgData name="Alberto Davio" userId="ba6c19c2-0fde-4086-92c6-ba0460e67f4c" providerId="ADAL" clId="{2F4F42F9-3D28-40C1-984D-585CF59CA344}" dt="2024-11-14T11:15:17.507" v="3036" actId="14100"/>
          <ac:spMkLst>
            <pc:docMk/>
            <pc:sldMk cId="2812440588" sldId="2147479288"/>
            <ac:spMk id="60" creationId="{A58FEA1F-59A5-3075-E6C1-DDECCB40EBB2}"/>
          </ac:spMkLst>
        </pc:spChg>
        <pc:spChg chg="mod">
          <ac:chgData name="Alberto Davio" userId="ba6c19c2-0fde-4086-92c6-ba0460e67f4c" providerId="ADAL" clId="{2F4F42F9-3D28-40C1-984D-585CF59CA344}" dt="2024-12-10T11:29:46.599" v="4660" actId="20577"/>
          <ac:spMkLst>
            <pc:docMk/>
            <pc:sldMk cId="2812440588" sldId="2147479288"/>
            <ac:spMk id="69" creationId="{B942B315-2DA1-C0F6-0177-8881769C455A}"/>
          </ac:spMkLst>
        </pc:spChg>
        <pc:spChg chg="mod">
          <ac:chgData name="Alberto Davio" userId="ba6c19c2-0fde-4086-92c6-ba0460e67f4c" providerId="ADAL" clId="{2F4F42F9-3D28-40C1-984D-585CF59CA344}" dt="2024-12-10T11:29:36.955" v="4657" actId="20577"/>
          <ac:spMkLst>
            <pc:docMk/>
            <pc:sldMk cId="2812440588" sldId="2147479288"/>
            <ac:spMk id="71" creationId="{58FB2478-8542-CC08-9CD8-08B9FF587AA8}"/>
          </ac:spMkLst>
        </pc:spChg>
        <pc:spChg chg="mod">
          <ac:chgData name="Alberto Davio" userId="ba6c19c2-0fde-4086-92c6-ba0460e67f4c" providerId="ADAL" clId="{2F4F42F9-3D28-40C1-984D-585CF59CA344}" dt="2024-11-28T13:20:04.243" v="3180" actId="14100"/>
          <ac:spMkLst>
            <pc:docMk/>
            <pc:sldMk cId="2812440588" sldId="2147479288"/>
            <ac:spMk id="89" creationId="{6D750371-565E-FFFE-32AA-F4DA8D72234A}"/>
          </ac:spMkLst>
        </pc:spChg>
        <pc:spChg chg="mod">
          <ac:chgData name="Alberto Davio" userId="ba6c19c2-0fde-4086-92c6-ba0460e67f4c" providerId="ADAL" clId="{2F4F42F9-3D28-40C1-984D-585CF59CA344}" dt="2024-11-14T11:15:24.363" v="3043" actId="1036"/>
          <ac:spMkLst>
            <pc:docMk/>
            <pc:sldMk cId="2812440588" sldId="2147479288"/>
            <ac:spMk id="90" creationId="{F6078805-EA91-AF0A-31E2-CAA4859DA290}"/>
          </ac:spMkLst>
        </pc:spChg>
        <pc:spChg chg="mod">
          <ac:chgData name="Alberto Davio" userId="ba6c19c2-0fde-4086-92c6-ba0460e67f4c" providerId="ADAL" clId="{2F4F42F9-3D28-40C1-984D-585CF59CA344}" dt="2024-12-10T11:14:56.583" v="4651" actId="14100"/>
          <ac:spMkLst>
            <pc:docMk/>
            <pc:sldMk cId="2812440588" sldId="2147479288"/>
            <ac:spMk id="91" creationId="{46491309-D644-7877-1324-409A1D5333AE}"/>
          </ac:spMkLst>
        </pc:spChg>
        <pc:spChg chg="mod">
          <ac:chgData name="Alberto Davio" userId="ba6c19c2-0fde-4086-92c6-ba0460e67f4c" providerId="ADAL" clId="{2F4F42F9-3D28-40C1-984D-585CF59CA344}" dt="2024-12-10T11:30:29.208" v="4662" actId="20577"/>
          <ac:spMkLst>
            <pc:docMk/>
            <pc:sldMk cId="2812440588" sldId="2147479288"/>
            <ac:spMk id="107" creationId="{68936AFD-6ED2-EBED-CCD5-58B1D4CC6179}"/>
          </ac:spMkLst>
        </pc:spChg>
        <pc:spChg chg="mod">
          <ac:chgData name="Alberto Davio" userId="ba6c19c2-0fde-4086-92c6-ba0460e67f4c" providerId="ADAL" clId="{2F4F42F9-3D28-40C1-984D-585CF59CA344}" dt="2024-12-10T11:30:32.717" v="4664" actId="20577"/>
          <ac:spMkLst>
            <pc:docMk/>
            <pc:sldMk cId="2812440588" sldId="2147479288"/>
            <ac:spMk id="110" creationId="{02EDA197-DACF-3FAC-622E-663AEAF0652E}"/>
          </ac:spMkLst>
        </pc:spChg>
        <pc:grpChg chg="mod">
          <ac:chgData name="Alberto Davio" userId="ba6c19c2-0fde-4086-92c6-ba0460e67f4c" providerId="ADAL" clId="{2F4F42F9-3D28-40C1-984D-585CF59CA344}" dt="2024-11-14T11:15:28.760" v="3047" actId="1036"/>
          <ac:grpSpMkLst>
            <pc:docMk/>
            <pc:sldMk cId="2812440588" sldId="2147479288"/>
            <ac:grpSpMk id="111" creationId="{DC2E8932-E15A-5B56-0DFD-6264947F109C}"/>
          </ac:grpSpMkLst>
        </pc:grpChg>
      </pc:sldChg>
      <pc:sldChg chg="addSp delSp modSp add mod">
        <pc:chgData name="Alberto Davio" userId="ba6c19c2-0fde-4086-92c6-ba0460e67f4c" providerId="ADAL" clId="{2F4F42F9-3D28-40C1-984D-585CF59CA344}" dt="2024-11-12T11:05:03.696" v="690" actId="122"/>
        <pc:sldMkLst>
          <pc:docMk/>
          <pc:sldMk cId="3595641287" sldId="2147479289"/>
        </pc:sldMkLst>
        <pc:spChg chg="mod">
          <ac:chgData name="Alberto Davio" userId="ba6c19c2-0fde-4086-92c6-ba0460e67f4c" providerId="ADAL" clId="{2F4F42F9-3D28-40C1-984D-585CF59CA344}" dt="2024-11-12T10:50:09.618" v="439" actId="27636"/>
          <ac:spMkLst>
            <pc:docMk/>
            <pc:sldMk cId="3595641287" sldId="2147479289"/>
            <ac:spMk id="3" creationId="{4978F177-A2A6-5F43-0A7D-168FF77208D0}"/>
          </ac:spMkLst>
        </pc:spChg>
        <pc:spChg chg="mod">
          <ac:chgData name="Alberto Davio" userId="ba6c19c2-0fde-4086-92c6-ba0460e67f4c" providerId="ADAL" clId="{2F4F42F9-3D28-40C1-984D-585CF59CA344}" dt="2024-11-12T10:52:47.658" v="503" actId="1035"/>
          <ac:spMkLst>
            <pc:docMk/>
            <pc:sldMk cId="3595641287" sldId="2147479289"/>
            <ac:spMk id="4" creationId="{B0D3EFF1-F98D-7992-78E3-196E973A5550}"/>
          </ac:spMkLst>
        </pc:spChg>
        <pc:spChg chg="add mod">
          <ac:chgData name="Alberto Davio" userId="ba6c19c2-0fde-4086-92c6-ba0460e67f4c" providerId="ADAL" clId="{2F4F42F9-3D28-40C1-984D-585CF59CA344}" dt="2024-11-12T10:55:00.285" v="602" actId="20577"/>
          <ac:spMkLst>
            <pc:docMk/>
            <pc:sldMk cId="3595641287" sldId="2147479289"/>
            <ac:spMk id="5" creationId="{D3B9C150-0AF0-457D-9DCF-F86657AD64B3}"/>
          </ac:spMkLst>
        </pc:spChg>
        <pc:spChg chg="add mod">
          <ac:chgData name="Alberto Davio" userId="ba6c19c2-0fde-4086-92c6-ba0460e67f4c" providerId="ADAL" clId="{2F4F42F9-3D28-40C1-984D-585CF59CA344}" dt="2024-11-12T10:54:47.104" v="584" actId="20577"/>
          <ac:spMkLst>
            <pc:docMk/>
            <pc:sldMk cId="3595641287" sldId="2147479289"/>
            <ac:spMk id="6" creationId="{630BB900-5013-DE9C-A220-A2B75CEC4CEA}"/>
          </ac:spMkLst>
        </pc:spChg>
        <pc:spChg chg="add mod">
          <ac:chgData name="Alberto Davio" userId="ba6c19c2-0fde-4086-92c6-ba0460e67f4c" providerId="ADAL" clId="{2F4F42F9-3D28-40C1-984D-585CF59CA344}" dt="2024-11-12T10:52:47.658" v="503" actId="1035"/>
          <ac:spMkLst>
            <pc:docMk/>
            <pc:sldMk cId="3595641287" sldId="2147479289"/>
            <ac:spMk id="10" creationId="{38DA6C3C-2FF1-3C8F-4D43-10A67A8F35D1}"/>
          </ac:spMkLst>
        </pc:spChg>
        <pc:spChg chg="add mod">
          <ac:chgData name="Alberto Davio" userId="ba6c19c2-0fde-4086-92c6-ba0460e67f4c" providerId="ADAL" clId="{2F4F42F9-3D28-40C1-984D-585CF59CA344}" dt="2024-11-12T10:52:47.658" v="503" actId="1035"/>
          <ac:spMkLst>
            <pc:docMk/>
            <pc:sldMk cId="3595641287" sldId="2147479289"/>
            <ac:spMk id="12" creationId="{7921B49E-4A9C-D85E-E392-D508E51F1292}"/>
          </ac:spMkLst>
        </pc:spChg>
        <pc:spChg chg="add mod">
          <ac:chgData name="Alberto Davio" userId="ba6c19c2-0fde-4086-92c6-ba0460e67f4c" providerId="ADAL" clId="{2F4F42F9-3D28-40C1-984D-585CF59CA344}" dt="2024-11-12T10:54:29.484" v="566" actId="20577"/>
          <ac:spMkLst>
            <pc:docMk/>
            <pc:sldMk cId="3595641287" sldId="2147479289"/>
            <ac:spMk id="13" creationId="{D499D89C-3BD6-C85C-7371-957328B0873A}"/>
          </ac:spMkLst>
        </pc:spChg>
        <pc:spChg chg="add mod">
          <ac:chgData name="Alberto Davio" userId="ba6c19c2-0fde-4086-92c6-ba0460e67f4c" providerId="ADAL" clId="{2F4F42F9-3D28-40C1-984D-585CF59CA344}" dt="2024-11-12T10:52:55.072" v="531" actId="1035"/>
          <ac:spMkLst>
            <pc:docMk/>
            <pc:sldMk cId="3595641287" sldId="2147479289"/>
            <ac:spMk id="14" creationId="{D50A3D6B-8EE0-B688-494F-BD74CBB86688}"/>
          </ac:spMkLst>
        </pc:spChg>
        <pc:graphicFrameChg chg="add mod modGraphic">
          <ac:chgData name="Alberto Davio" userId="ba6c19c2-0fde-4086-92c6-ba0460e67f4c" providerId="ADAL" clId="{2F4F42F9-3D28-40C1-984D-585CF59CA344}" dt="2024-11-12T11:05:03.696" v="690" actId="122"/>
          <ac:graphicFrameMkLst>
            <pc:docMk/>
            <pc:sldMk cId="3595641287" sldId="2147479289"/>
            <ac:graphicFrameMk id="2" creationId="{8357F9B7-EC80-549F-DB7A-664AAFC95A4D}"/>
          </ac:graphicFrameMkLst>
        </pc:graphicFrameChg>
        <pc:picChg chg="add mod">
          <ac:chgData name="Alberto Davio" userId="ba6c19c2-0fde-4086-92c6-ba0460e67f4c" providerId="ADAL" clId="{2F4F42F9-3D28-40C1-984D-585CF59CA344}" dt="2024-11-12T10:52:47.658" v="503" actId="1035"/>
          <ac:picMkLst>
            <pc:docMk/>
            <pc:sldMk cId="3595641287" sldId="2147479289"/>
            <ac:picMk id="11" creationId="{8DF1BEAC-6DA7-EB7D-310D-5A0D78911110}"/>
          </ac:picMkLst>
        </pc:picChg>
        <pc:picChg chg="add mod">
          <ac:chgData name="Alberto Davio" userId="ba6c19c2-0fde-4086-92c6-ba0460e67f4c" providerId="ADAL" clId="{2F4F42F9-3D28-40C1-984D-585CF59CA344}" dt="2024-11-12T10:52:55.072" v="531" actId="1035"/>
          <ac:picMkLst>
            <pc:docMk/>
            <pc:sldMk cId="3595641287" sldId="2147479289"/>
            <ac:picMk id="15" creationId="{C4408622-EE10-4DEB-7BF1-BF3CD8020A3F}"/>
          </ac:picMkLst>
        </pc:picChg>
      </pc:sldChg>
      <pc:sldChg chg="addSp delSp modSp add mod">
        <pc:chgData name="Alberto Davio" userId="ba6c19c2-0fde-4086-92c6-ba0460e67f4c" providerId="ADAL" clId="{2F4F42F9-3D28-40C1-984D-585CF59CA344}" dt="2024-11-12T11:44:03.748" v="890" actId="20577"/>
        <pc:sldMkLst>
          <pc:docMk/>
          <pc:sldMk cId="3921691886" sldId="2147479290"/>
        </pc:sldMkLst>
        <pc:spChg chg="mod">
          <ac:chgData name="Alberto Davio" userId="ba6c19c2-0fde-4086-92c6-ba0460e67f4c" providerId="ADAL" clId="{2F4F42F9-3D28-40C1-984D-585CF59CA344}" dt="2024-11-12T11:44:03.748" v="890" actId="20577"/>
          <ac:spMkLst>
            <pc:docMk/>
            <pc:sldMk cId="3921691886" sldId="2147479290"/>
            <ac:spMk id="3" creationId="{A378C074-EA87-56BF-E596-FA194320DE72}"/>
          </ac:spMkLst>
        </pc:spChg>
        <pc:spChg chg="add mod">
          <ac:chgData name="Alberto Davio" userId="ba6c19c2-0fde-4086-92c6-ba0460e67f4c" providerId="ADAL" clId="{2F4F42F9-3D28-40C1-984D-585CF59CA344}" dt="2024-11-12T11:05:59.184" v="753" actId="1035"/>
          <ac:spMkLst>
            <pc:docMk/>
            <pc:sldMk cId="3921691886" sldId="2147479290"/>
            <ac:spMk id="8" creationId="{F3F51C4A-12FB-8780-E963-60BE2D648B3A}"/>
          </ac:spMkLst>
        </pc:spChg>
        <pc:spChg chg="add mod">
          <ac:chgData name="Alberto Davio" userId="ba6c19c2-0fde-4086-92c6-ba0460e67f4c" providerId="ADAL" clId="{2F4F42F9-3D28-40C1-984D-585CF59CA344}" dt="2024-11-12T11:17:54.137" v="846" actId="20577"/>
          <ac:spMkLst>
            <pc:docMk/>
            <pc:sldMk cId="3921691886" sldId="2147479290"/>
            <ac:spMk id="16" creationId="{AAF2BDA1-19C9-3216-ABF8-788C2403767D}"/>
          </ac:spMkLst>
        </pc:spChg>
        <pc:spChg chg="add mod">
          <ac:chgData name="Alberto Davio" userId="ba6c19c2-0fde-4086-92c6-ba0460e67f4c" providerId="ADAL" clId="{2F4F42F9-3D28-40C1-984D-585CF59CA344}" dt="2024-11-12T11:17:29.625" v="842" actId="2711"/>
          <ac:spMkLst>
            <pc:docMk/>
            <pc:sldMk cId="3921691886" sldId="2147479290"/>
            <ac:spMk id="17" creationId="{D0A4648F-C601-660A-75E9-10979E127AB2}"/>
          </ac:spMkLst>
        </pc:spChg>
        <pc:spChg chg="add mod">
          <ac:chgData name="Alberto Davio" userId="ba6c19c2-0fde-4086-92c6-ba0460e67f4c" providerId="ADAL" clId="{2F4F42F9-3D28-40C1-984D-585CF59CA344}" dt="2024-11-12T11:17:29.625" v="842" actId="2711"/>
          <ac:spMkLst>
            <pc:docMk/>
            <pc:sldMk cId="3921691886" sldId="2147479290"/>
            <ac:spMk id="18" creationId="{9B622614-86CC-EAB2-4804-1F8BCAFC6645}"/>
          </ac:spMkLst>
        </pc:spChg>
        <pc:spChg chg="mod">
          <ac:chgData name="Alberto Davio" userId="ba6c19c2-0fde-4086-92c6-ba0460e67f4c" providerId="ADAL" clId="{2F4F42F9-3D28-40C1-984D-585CF59CA344}" dt="2024-11-12T11:17:29.625" v="842" actId="2711"/>
          <ac:spMkLst>
            <pc:docMk/>
            <pc:sldMk cId="3921691886" sldId="2147479290"/>
            <ac:spMk id="20" creationId="{0D9B6C4D-7B38-682B-FFF6-CD9E341DDCEE}"/>
          </ac:spMkLst>
        </pc:spChg>
        <pc:spChg chg="mod">
          <ac:chgData name="Alberto Davio" userId="ba6c19c2-0fde-4086-92c6-ba0460e67f4c" providerId="ADAL" clId="{2F4F42F9-3D28-40C1-984D-585CF59CA344}" dt="2024-11-12T11:17:29.625" v="842" actId="2711"/>
          <ac:spMkLst>
            <pc:docMk/>
            <pc:sldMk cId="3921691886" sldId="2147479290"/>
            <ac:spMk id="21" creationId="{5A99F317-8400-1D76-58DE-9D755F6552C9}"/>
          </ac:spMkLst>
        </pc:spChg>
        <pc:spChg chg="mod">
          <ac:chgData name="Alberto Davio" userId="ba6c19c2-0fde-4086-92c6-ba0460e67f4c" providerId="ADAL" clId="{2F4F42F9-3D28-40C1-984D-585CF59CA344}" dt="2024-11-12T11:17:29.625" v="842" actId="2711"/>
          <ac:spMkLst>
            <pc:docMk/>
            <pc:sldMk cId="3921691886" sldId="2147479290"/>
            <ac:spMk id="22" creationId="{8B9A1B03-A8BC-73A6-30DE-1BBBD9B10018}"/>
          </ac:spMkLst>
        </pc:spChg>
        <pc:spChg chg="add mod">
          <ac:chgData name="Alberto Davio" userId="ba6c19c2-0fde-4086-92c6-ba0460e67f4c" providerId="ADAL" clId="{2F4F42F9-3D28-40C1-984D-585CF59CA344}" dt="2024-11-12T11:17:29.625" v="842" actId="2711"/>
          <ac:spMkLst>
            <pc:docMk/>
            <pc:sldMk cId="3921691886" sldId="2147479290"/>
            <ac:spMk id="23" creationId="{4ED204ED-B6D3-9E2D-0413-CF327AEE2D74}"/>
          </ac:spMkLst>
        </pc:spChg>
        <pc:spChg chg="add mod">
          <ac:chgData name="Alberto Davio" userId="ba6c19c2-0fde-4086-92c6-ba0460e67f4c" providerId="ADAL" clId="{2F4F42F9-3D28-40C1-984D-585CF59CA344}" dt="2024-11-12T11:17:29.625" v="842" actId="2711"/>
          <ac:spMkLst>
            <pc:docMk/>
            <pc:sldMk cId="3921691886" sldId="2147479290"/>
            <ac:spMk id="24" creationId="{F62473F9-5E91-6D67-60FF-1864FF35E2E3}"/>
          </ac:spMkLst>
        </pc:spChg>
        <pc:spChg chg="mod">
          <ac:chgData name="Alberto Davio" userId="ba6c19c2-0fde-4086-92c6-ba0460e67f4c" providerId="ADAL" clId="{2F4F42F9-3D28-40C1-984D-585CF59CA344}" dt="2024-11-12T11:17:29.625" v="842" actId="2711"/>
          <ac:spMkLst>
            <pc:docMk/>
            <pc:sldMk cId="3921691886" sldId="2147479290"/>
            <ac:spMk id="26" creationId="{D1AD6DD9-2A4A-34F2-01F4-221DC757E705}"/>
          </ac:spMkLst>
        </pc:spChg>
        <pc:spChg chg="mod">
          <ac:chgData name="Alberto Davio" userId="ba6c19c2-0fde-4086-92c6-ba0460e67f4c" providerId="ADAL" clId="{2F4F42F9-3D28-40C1-984D-585CF59CA344}" dt="2024-11-12T11:17:29.625" v="842" actId="2711"/>
          <ac:spMkLst>
            <pc:docMk/>
            <pc:sldMk cId="3921691886" sldId="2147479290"/>
            <ac:spMk id="27" creationId="{0E33EA9B-4C4D-3A52-43F7-CE4F294DDA81}"/>
          </ac:spMkLst>
        </pc:spChg>
        <pc:spChg chg="mod">
          <ac:chgData name="Alberto Davio" userId="ba6c19c2-0fde-4086-92c6-ba0460e67f4c" providerId="ADAL" clId="{2F4F42F9-3D28-40C1-984D-585CF59CA344}" dt="2024-11-12T11:17:29.625" v="842" actId="2711"/>
          <ac:spMkLst>
            <pc:docMk/>
            <pc:sldMk cId="3921691886" sldId="2147479290"/>
            <ac:spMk id="28" creationId="{D0F81DB2-6A07-FCD1-284D-164612B1DE18}"/>
          </ac:spMkLst>
        </pc:spChg>
        <pc:spChg chg="add mod">
          <ac:chgData name="Alberto Davio" userId="ba6c19c2-0fde-4086-92c6-ba0460e67f4c" providerId="ADAL" clId="{2F4F42F9-3D28-40C1-984D-585CF59CA344}" dt="2024-11-12T11:17:29.625" v="842" actId="2711"/>
          <ac:spMkLst>
            <pc:docMk/>
            <pc:sldMk cId="3921691886" sldId="2147479290"/>
            <ac:spMk id="29" creationId="{BCC451E6-67C1-3CB7-7D4E-3606C8DD6DEB}"/>
          </ac:spMkLst>
        </pc:spChg>
        <pc:spChg chg="add mod">
          <ac:chgData name="Alberto Davio" userId="ba6c19c2-0fde-4086-92c6-ba0460e67f4c" providerId="ADAL" clId="{2F4F42F9-3D28-40C1-984D-585CF59CA344}" dt="2024-11-12T11:17:29.625" v="842" actId="2711"/>
          <ac:spMkLst>
            <pc:docMk/>
            <pc:sldMk cId="3921691886" sldId="2147479290"/>
            <ac:spMk id="30" creationId="{A395394F-35E0-DCCF-B7DE-69C2760B5213}"/>
          </ac:spMkLst>
        </pc:spChg>
        <pc:spChg chg="add mod">
          <ac:chgData name="Alberto Davio" userId="ba6c19c2-0fde-4086-92c6-ba0460e67f4c" providerId="ADAL" clId="{2F4F42F9-3D28-40C1-984D-585CF59CA344}" dt="2024-11-12T11:17:29.625" v="842" actId="2711"/>
          <ac:spMkLst>
            <pc:docMk/>
            <pc:sldMk cId="3921691886" sldId="2147479290"/>
            <ac:spMk id="31" creationId="{B31242CE-D8BF-82B9-AFB3-C2BBAF082908}"/>
          </ac:spMkLst>
        </pc:spChg>
        <pc:spChg chg="add mod">
          <ac:chgData name="Alberto Davio" userId="ba6c19c2-0fde-4086-92c6-ba0460e67f4c" providerId="ADAL" clId="{2F4F42F9-3D28-40C1-984D-585CF59CA344}" dt="2024-11-12T11:17:29.625" v="842" actId="2711"/>
          <ac:spMkLst>
            <pc:docMk/>
            <pc:sldMk cId="3921691886" sldId="2147479290"/>
            <ac:spMk id="32" creationId="{1C03537B-6C30-8869-45B4-7A76A5640CAD}"/>
          </ac:spMkLst>
        </pc:spChg>
        <pc:spChg chg="add mod">
          <ac:chgData name="Alberto Davio" userId="ba6c19c2-0fde-4086-92c6-ba0460e67f4c" providerId="ADAL" clId="{2F4F42F9-3D28-40C1-984D-585CF59CA344}" dt="2024-11-12T11:17:29.625" v="842" actId="2711"/>
          <ac:spMkLst>
            <pc:docMk/>
            <pc:sldMk cId="3921691886" sldId="2147479290"/>
            <ac:spMk id="33" creationId="{BBC24FB7-E814-450D-2126-5B27DA397DB4}"/>
          </ac:spMkLst>
        </pc:spChg>
        <pc:grpChg chg="add mod">
          <ac:chgData name="Alberto Davio" userId="ba6c19c2-0fde-4086-92c6-ba0460e67f4c" providerId="ADAL" clId="{2F4F42F9-3D28-40C1-984D-585CF59CA344}" dt="2024-11-12T11:05:59.184" v="753" actId="1035"/>
          <ac:grpSpMkLst>
            <pc:docMk/>
            <pc:sldMk cId="3921691886" sldId="2147479290"/>
            <ac:grpSpMk id="19" creationId="{517816D0-5953-BD2A-22C4-42D4A8F3AD22}"/>
          </ac:grpSpMkLst>
        </pc:grpChg>
        <pc:grpChg chg="add mod">
          <ac:chgData name="Alberto Davio" userId="ba6c19c2-0fde-4086-92c6-ba0460e67f4c" providerId="ADAL" clId="{2F4F42F9-3D28-40C1-984D-585CF59CA344}" dt="2024-11-12T11:05:59.184" v="753" actId="1035"/>
          <ac:grpSpMkLst>
            <pc:docMk/>
            <pc:sldMk cId="3921691886" sldId="2147479290"/>
            <ac:grpSpMk id="25" creationId="{7073FB53-C56F-B28F-B15A-CA08461EE739}"/>
          </ac:grpSpMkLst>
        </pc:grpChg>
      </pc:sldChg>
      <pc:sldChg chg="addSp delSp modSp add mod">
        <pc:chgData name="Alberto Davio" userId="ba6c19c2-0fde-4086-92c6-ba0460e67f4c" providerId="ADAL" clId="{2F4F42F9-3D28-40C1-984D-585CF59CA344}" dt="2024-11-12T11:57:02.232" v="1318" actId="1076"/>
        <pc:sldMkLst>
          <pc:docMk/>
          <pc:sldMk cId="1973944731" sldId="2147479291"/>
        </pc:sldMkLst>
        <pc:spChg chg="add mod">
          <ac:chgData name="Alberto Davio" userId="ba6c19c2-0fde-4086-92c6-ba0460e67f4c" providerId="ADAL" clId="{2F4F42F9-3D28-40C1-984D-585CF59CA344}" dt="2024-11-12T11:46:12.009" v="982" actId="1076"/>
          <ac:spMkLst>
            <pc:docMk/>
            <pc:sldMk cId="1973944731" sldId="2147479291"/>
            <ac:spMk id="2" creationId="{11391CFC-4D79-6ED4-95B0-C2ECC87C83C3}"/>
          </ac:spMkLst>
        </pc:spChg>
        <pc:spChg chg="mod">
          <ac:chgData name="Alberto Davio" userId="ba6c19c2-0fde-4086-92c6-ba0460e67f4c" providerId="ADAL" clId="{2F4F42F9-3D28-40C1-984D-585CF59CA344}" dt="2024-11-12T11:44:07.301" v="892" actId="20577"/>
          <ac:spMkLst>
            <pc:docMk/>
            <pc:sldMk cId="1973944731" sldId="2147479291"/>
            <ac:spMk id="3" creationId="{5C0123BD-5A75-206F-91CD-D39C7780AA64}"/>
          </ac:spMkLst>
        </pc:spChg>
        <pc:spChg chg="add mod">
          <ac:chgData name="Alberto Davio" userId="ba6c19c2-0fde-4086-92c6-ba0460e67f4c" providerId="ADAL" clId="{2F4F42F9-3D28-40C1-984D-585CF59CA344}" dt="2024-11-12T11:47:37.770" v="996" actId="207"/>
          <ac:spMkLst>
            <pc:docMk/>
            <pc:sldMk cId="1973944731" sldId="2147479291"/>
            <ac:spMk id="61" creationId="{04CBD95E-71C1-1D75-D24B-11E9D969A2D1}"/>
          </ac:spMkLst>
        </pc:spChg>
        <pc:spChg chg="add mod">
          <ac:chgData name="Alberto Davio" userId="ba6c19c2-0fde-4086-92c6-ba0460e67f4c" providerId="ADAL" clId="{2F4F42F9-3D28-40C1-984D-585CF59CA344}" dt="2024-11-12T11:49:32.420" v="1079" actId="14100"/>
          <ac:spMkLst>
            <pc:docMk/>
            <pc:sldMk cId="1973944731" sldId="2147479291"/>
            <ac:spMk id="66" creationId="{9F048295-4419-59CE-D142-C81544AA39E3}"/>
          </ac:spMkLst>
        </pc:spChg>
        <pc:spChg chg="add mod">
          <ac:chgData name="Alberto Davio" userId="ba6c19c2-0fde-4086-92c6-ba0460e67f4c" providerId="ADAL" clId="{2F4F42F9-3D28-40C1-984D-585CF59CA344}" dt="2024-11-12T11:49:26.616" v="1078" actId="14100"/>
          <ac:spMkLst>
            <pc:docMk/>
            <pc:sldMk cId="1973944731" sldId="2147479291"/>
            <ac:spMk id="67" creationId="{76B0E80F-AC1A-8A3F-8A4F-DC4C0902CD7D}"/>
          </ac:spMkLst>
        </pc:spChg>
        <pc:spChg chg="add mod">
          <ac:chgData name="Alberto Davio" userId="ba6c19c2-0fde-4086-92c6-ba0460e67f4c" providerId="ADAL" clId="{2F4F42F9-3D28-40C1-984D-585CF59CA344}" dt="2024-11-12T11:48:29.652" v="1022" actId="122"/>
          <ac:spMkLst>
            <pc:docMk/>
            <pc:sldMk cId="1973944731" sldId="2147479291"/>
            <ac:spMk id="68" creationId="{2ACAF29B-6FA2-33CB-9CDD-8A93530DA522}"/>
          </ac:spMkLst>
        </pc:spChg>
        <pc:spChg chg="add mod">
          <ac:chgData name="Alberto Davio" userId="ba6c19c2-0fde-4086-92c6-ba0460e67f4c" providerId="ADAL" clId="{2F4F42F9-3D28-40C1-984D-585CF59CA344}" dt="2024-11-12T11:49:32.420" v="1079" actId="14100"/>
          <ac:spMkLst>
            <pc:docMk/>
            <pc:sldMk cId="1973944731" sldId="2147479291"/>
            <ac:spMk id="69" creationId="{54A1A6B9-76D3-A9DB-CF43-58B6BF5DCC25}"/>
          </ac:spMkLst>
        </pc:spChg>
        <pc:spChg chg="add mod">
          <ac:chgData name="Alberto Davio" userId="ba6c19c2-0fde-4086-92c6-ba0460e67f4c" providerId="ADAL" clId="{2F4F42F9-3D28-40C1-984D-585CF59CA344}" dt="2024-11-12T11:49:40.140" v="1080"/>
          <ac:spMkLst>
            <pc:docMk/>
            <pc:sldMk cId="1973944731" sldId="2147479291"/>
            <ac:spMk id="70" creationId="{6EF95497-A4CF-E094-B8D5-27CB84852CDF}"/>
          </ac:spMkLst>
        </pc:spChg>
        <pc:spChg chg="add mod">
          <ac:chgData name="Alberto Davio" userId="ba6c19c2-0fde-4086-92c6-ba0460e67f4c" providerId="ADAL" clId="{2F4F42F9-3D28-40C1-984D-585CF59CA344}" dt="2024-11-12T11:48:39.827" v="1050" actId="20577"/>
          <ac:spMkLst>
            <pc:docMk/>
            <pc:sldMk cId="1973944731" sldId="2147479291"/>
            <ac:spMk id="71" creationId="{4BD07FD2-4B3A-4232-8EC7-223C95E5FC3D}"/>
          </ac:spMkLst>
        </pc:spChg>
        <pc:spChg chg="mod">
          <ac:chgData name="Alberto Davio" userId="ba6c19c2-0fde-4086-92c6-ba0460e67f4c" providerId="ADAL" clId="{2F4F42F9-3D28-40C1-984D-585CF59CA344}" dt="2024-11-12T11:48:18.062" v="999" actId="2711"/>
          <ac:spMkLst>
            <pc:docMk/>
            <pc:sldMk cId="1973944731" sldId="2147479291"/>
            <ac:spMk id="74" creationId="{8934451F-650A-AC7C-78E3-46EEA7FC1009}"/>
          </ac:spMkLst>
        </pc:spChg>
        <pc:spChg chg="mod">
          <ac:chgData name="Alberto Davio" userId="ba6c19c2-0fde-4086-92c6-ba0460e67f4c" providerId="ADAL" clId="{2F4F42F9-3D28-40C1-984D-585CF59CA344}" dt="2024-11-12T11:48:18.062" v="999" actId="2711"/>
          <ac:spMkLst>
            <pc:docMk/>
            <pc:sldMk cId="1973944731" sldId="2147479291"/>
            <ac:spMk id="75" creationId="{A64C64C3-D157-A492-B1ED-7BFE2F4C4447}"/>
          </ac:spMkLst>
        </pc:spChg>
        <pc:spChg chg="mod">
          <ac:chgData name="Alberto Davio" userId="ba6c19c2-0fde-4086-92c6-ba0460e67f4c" providerId="ADAL" clId="{2F4F42F9-3D28-40C1-984D-585CF59CA344}" dt="2024-11-12T11:48:18.062" v="999" actId="2711"/>
          <ac:spMkLst>
            <pc:docMk/>
            <pc:sldMk cId="1973944731" sldId="2147479291"/>
            <ac:spMk id="77" creationId="{41F43A02-5733-6BB3-5FA5-89A8123F72AE}"/>
          </ac:spMkLst>
        </pc:spChg>
        <pc:spChg chg="mod">
          <ac:chgData name="Alberto Davio" userId="ba6c19c2-0fde-4086-92c6-ba0460e67f4c" providerId="ADAL" clId="{2F4F42F9-3D28-40C1-984D-585CF59CA344}" dt="2024-11-12T11:48:18.062" v="999" actId="2711"/>
          <ac:spMkLst>
            <pc:docMk/>
            <pc:sldMk cId="1973944731" sldId="2147479291"/>
            <ac:spMk id="78" creationId="{C45B3ED1-1176-6745-F268-615BA3FA848C}"/>
          </ac:spMkLst>
        </pc:spChg>
        <pc:spChg chg="add mod">
          <ac:chgData name="Alberto Davio" userId="ba6c19c2-0fde-4086-92c6-ba0460e67f4c" providerId="ADAL" clId="{2F4F42F9-3D28-40C1-984D-585CF59CA344}" dt="2024-11-12T11:49:32.420" v="1079" actId="14100"/>
          <ac:spMkLst>
            <pc:docMk/>
            <pc:sldMk cId="1973944731" sldId="2147479291"/>
            <ac:spMk id="79" creationId="{C3A0F6A8-B50A-CC41-5656-BCB0AF97E04B}"/>
          </ac:spMkLst>
        </pc:spChg>
        <pc:spChg chg="add mod">
          <ac:chgData name="Alberto Davio" userId="ba6c19c2-0fde-4086-92c6-ba0460e67f4c" providerId="ADAL" clId="{2F4F42F9-3D28-40C1-984D-585CF59CA344}" dt="2024-11-12T11:50:06.313" v="1088" actId="20577"/>
          <ac:spMkLst>
            <pc:docMk/>
            <pc:sldMk cId="1973944731" sldId="2147479291"/>
            <ac:spMk id="80" creationId="{3DD34471-BA7E-BD5A-428F-557A1E2BC7B0}"/>
          </ac:spMkLst>
        </pc:spChg>
        <pc:spChg chg="add mod">
          <ac:chgData name="Alberto Davio" userId="ba6c19c2-0fde-4086-92c6-ba0460e67f4c" providerId="ADAL" clId="{2F4F42F9-3D28-40C1-984D-585CF59CA344}" dt="2024-11-12T11:48:45.098" v="1064" actId="20577"/>
          <ac:spMkLst>
            <pc:docMk/>
            <pc:sldMk cId="1973944731" sldId="2147479291"/>
            <ac:spMk id="81" creationId="{62952704-08AD-F1C5-D329-851AFC8A8139}"/>
          </ac:spMkLst>
        </pc:spChg>
        <pc:spChg chg="add mod">
          <ac:chgData name="Alberto Davio" userId="ba6c19c2-0fde-4086-92c6-ba0460e67f4c" providerId="ADAL" clId="{2F4F42F9-3D28-40C1-984D-585CF59CA344}" dt="2024-11-12T11:48:18.062" v="999" actId="2711"/>
          <ac:spMkLst>
            <pc:docMk/>
            <pc:sldMk cId="1973944731" sldId="2147479291"/>
            <ac:spMk id="82" creationId="{C7C10A4B-AA6A-65B0-6908-E4EBC375A274}"/>
          </ac:spMkLst>
        </pc:spChg>
        <pc:spChg chg="mod">
          <ac:chgData name="Alberto Davio" userId="ba6c19c2-0fde-4086-92c6-ba0460e67f4c" providerId="ADAL" clId="{2F4F42F9-3D28-40C1-984D-585CF59CA344}" dt="2024-11-12T11:47:04.613" v="993"/>
          <ac:spMkLst>
            <pc:docMk/>
            <pc:sldMk cId="1973944731" sldId="2147479291"/>
            <ac:spMk id="85" creationId="{E62F7EBD-B5B9-614C-F08A-F23EEC04AF9B}"/>
          </ac:spMkLst>
        </pc:spChg>
        <pc:spChg chg="mod">
          <ac:chgData name="Alberto Davio" userId="ba6c19c2-0fde-4086-92c6-ba0460e67f4c" providerId="ADAL" clId="{2F4F42F9-3D28-40C1-984D-585CF59CA344}" dt="2024-11-12T11:47:04.613" v="993"/>
          <ac:spMkLst>
            <pc:docMk/>
            <pc:sldMk cId="1973944731" sldId="2147479291"/>
            <ac:spMk id="86" creationId="{E9421A95-25E8-035E-A975-0C0FE5B3C5FE}"/>
          </ac:spMkLst>
        </pc:spChg>
        <pc:spChg chg="mod">
          <ac:chgData name="Alberto Davio" userId="ba6c19c2-0fde-4086-92c6-ba0460e67f4c" providerId="ADAL" clId="{2F4F42F9-3D28-40C1-984D-585CF59CA344}" dt="2024-11-12T11:47:04.613" v="993"/>
          <ac:spMkLst>
            <pc:docMk/>
            <pc:sldMk cId="1973944731" sldId="2147479291"/>
            <ac:spMk id="88" creationId="{4B1748C9-950D-B131-C741-9C8820C1D5AE}"/>
          </ac:spMkLst>
        </pc:spChg>
        <pc:spChg chg="mod">
          <ac:chgData name="Alberto Davio" userId="ba6c19c2-0fde-4086-92c6-ba0460e67f4c" providerId="ADAL" clId="{2F4F42F9-3D28-40C1-984D-585CF59CA344}" dt="2024-11-12T11:47:04.613" v="993"/>
          <ac:spMkLst>
            <pc:docMk/>
            <pc:sldMk cId="1973944731" sldId="2147479291"/>
            <ac:spMk id="89" creationId="{314EDBBB-162C-8F20-7F49-B409D5B59CFB}"/>
          </ac:spMkLst>
        </pc:spChg>
        <pc:spChg chg="mod">
          <ac:chgData name="Alberto Davio" userId="ba6c19c2-0fde-4086-92c6-ba0460e67f4c" providerId="ADAL" clId="{2F4F42F9-3D28-40C1-984D-585CF59CA344}" dt="2024-11-12T11:48:18.062" v="999" actId="2711"/>
          <ac:spMkLst>
            <pc:docMk/>
            <pc:sldMk cId="1973944731" sldId="2147479291"/>
            <ac:spMk id="92" creationId="{0081A003-B041-7C95-32F2-0EC0B4CC58EA}"/>
          </ac:spMkLst>
        </pc:spChg>
        <pc:spChg chg="mod">
          <ac:chgData name="Alberto Davio" userId="ba6c19c2-0fde-4086-92c6-ba0460e67f4c" providerId="ADAL" clId="{2F4F42F9-3D28-40C1-984D-585CF59CA344}" dt="2024-11-12T11:48:18.062" v="999" actId="2711"/>
          <ac:spMkLst>
            <pc:docMk/>
            <pc:sldMk cId="1973944731" sldId="2147479291"/>
            <ac:spMk id="93" creationId="{6C79B9BE-5562-78B5-F283-C84F7F21D239}"/>
          </ac:spMkLst>
        </pc:spChg>
        <pc:spChg chg="mod">
          <ac:chgData name="Alberto Davio" userId="ba6c19c2-0fde-4086-92c6-ba0460e67f4c" providerId="ADAL" clId="{2F4F42F9-3D28-40C1-984D-585CF59CA344}" dt="2024-11-12T11:48:18.062" v="999" actId="2711"/>
          <ac:spMkLst>
            <pc:docMk/>
            <pc:sldMk cId="1973944731" sldId="2147479291"/>
            <ac:spMk id="95" creationId="{BBCE3D62-A84C-DD66-149C-9D7E51D89039}"/>
          </ac:spMkLst>
        </pc:spChg>
        <pc:spChg chg="mod">
          <ac:chgData name="Alberto Davio" userId="ba6c19c2-0fde-4086-92c6-ba0460e67f4c" providerId="ADAL" clId="{2F4F42F9-3D28-40C1-984D-585CF59CA344}" dt="2024-11-12T11:48:18.062" v="999" actId="2711"/>
          <ac:spMkLst>
            <pc:docMk/>
            <pc:sldMk cId="1973944731" sldId="2147479291"/>
            <ac:spMk id="96" creationId="{A10EFF7D-D399-5AE9-6AA9-66115BB9DBD6}"/>
          </ac:spMkLst>
        </pc:spChg>
        <pc:spChg chg="add mod">
          <ac:chgData name="Alberto Davio" userId="ba6c19c2-0fde-4086-92c6-ba0460e67f4c" providerId="ADAL" clId="{2F4F42F9-3D28-40C1-984D-585CF59CA344}" dt="2024-11-12T11:56:46.647" v="1316" actId="1035"/>
          <ac:spMkLst>
            <pc:docMk/>
            <pc:sldMk cId="1973944731" sldId="2147479291"/>
            <ac:spMk id="97" creationId="{6B0D3533-F3A3-73CC-1C30-8C14593395E3}"/>
          </ac:spMkLst>
        </pc:spChg>
        <pc:spChg chg="add mod">
          <ac:chgData name="Alberto Davio" userId="ba6c19c2-0fde-4086-92c6-ba0460e67f4c" providerId="ADAL" clId="{2F4F42F9-3D28-40C1-984D-585CF59CA344}" dt="2024-11-12T11:56:46.647" v="1316" actId="1035"/>
          <ac:spMkLst>
            <pc:docMk/>
            <pc:sldMk cId="1973944731" sldId="2147479291"/>
            <ac:spMk id="98" creationId="{00F58CE9-D9B7-D340-B3E5-3E0951F6F879}"/>
          </ac:spMkLst>
        </pc:spChg>
        <pc:spChg chg="add mod">
          <ac:chgData name="Alberto Davio" userId="ba6c19c2-0fde-4086-92c6-ba0460e67f4c" providerId="ADAL" clId="{2F4F42F9-3D28-40C1-984D-585CF59CA344}" dt="2024-11-12T11:56:46.647" v="1316" actId="1035"/>
          <ac:spMkLst>
            <pc:docMk/>
            <pc:sldMk cId="1973944731" sldId="2147479291"/>
            <ac:spMk id="99" creationId="{63393E4F-EC79-3CF2-F35E-C2B278D40957}"/>
          </ac:spMkLst>
        </pc:spChg>
        <pc:spChg chg="add mod">
          <ac:chgData name="Alberto Davio" userId="ba6c19c2-0fde-4086-92c6-ba0460e67f4c" providerId="ADAL" clId="{2F4F42F9-3D28-40C1-984D-585CF59CA344}" dt="2024-11-12T11:54:54.473" v="1195" actId="1076"/>
          <ac:spMkLst>
            <pc:docMk/>
            <pc:sldMk cId="1973944731" sldId="2147479291"/>
            <ac:spMk id="100" creationId="{5F4EDC03-91F1-DBAF-FFBF-D0B7BEF81E50}"/>
          </ac:spMkLst>
        </pc:spChg>
        <pc:spChg chg="add mod">
          <ac:chgData name="Alberto Davio" userId="ba6c19c2-0fde-4086-92c6-ba0460e67f4c" providerId="ADAL" clId="{2F4F42F9-3D28-40C1-984D-585CF59CA344}" dt="2024-11-12T11:56:41.325" v="1305" actId="20577"/>
          <ac:spMkLst>
            <pc:docMk/>
            <pc:sldMk cId="1973944731" sldId="2147479291"/>
            <ac:spMk id="101" creationId="{9EAEF946-C53D-18A4-0A2C-953F2323DC10}"/>
          </ac:spMkLst>
        </pc:spChg>
        <pc:spChg chg="add mod">
          <ac:chgData name="Alberto Davio" userId="ba6c19c2-0fde-4086-92c6-ba0460e67f4c" providerId="ADAL" clId="{2F4F42F9-3D28-40C1-984D-585CF59CA344}" dt="2024-11-12T11:57:02.232" v="1318" actId="1076"/>
          <ac:spMkLst>
            <pc:docMk/>
            <pc:sldMk cId="1973944731" sldId="2147479291"/>
            <ac:spMk id="102" creationId="{642D4316-1A5F-00A2-A8B4-66A8F4B12764}"/>
          </ac:spMkLst>
        </pc:spChg>
        <pc:grpChg chg="add mod">
          <ac:chgData name="Alberto Davio" userId="ba6c19c2-0fde-4086-92c6-ba0460e67f4c" providerId="ADAL" clId="{2F4F42F9-3D28-40C1-984D-585CF59CA344}" dt="2024-11-12T11:47:08.161" v="994" actId="1076"/>
          <ac:grpSpMkLst>
            <pc:docMk/>
            <pc:sldMk cId="1973944731" sldId="2147479291"/>
            <ac:grpSpMk id="72" creationId="{C45D5311-85AF-D444-1E6E-30FD74338D5F}"/>
          </ac:grpSpMkLst>
        </pc:grpChg>
        <pc:grpChg chg="mod">
          <ac:chgData name="Alberto Davio" userId="ba6c19c2-0fde-4086-92c6-ba0460e67f4c" providerId="ADAL" clId="{2F4F42F9-3D28-40C1-984D-585CF59CA344}" dt="2024-11-12T11:47:04.613" v="993"/>
          <ac:grpSpMkLst>
            <pc:docMk/>
            <pc:sldMk cId="1973944731" sldId="2147479291"/>
            <ac:grpSpMk id="73" creationId="{EB5C97AD-13DC-E704-DAA1-D4898FC1064C}"/>
          </ac:grpSpMkLst>
        </pc:grpChg>
        <pc:grpChg chg="mod">
          <ac:chgData name="Alberto Davio" userId="ba6c19c2-0fde-4086-92c6-ba0460e67f4c" providerId="ADAL" clId="{2F4F42F9-3D28-40C1-984D-585CF59CA344}" dt="2024-11-12T11:47:04.613" v="993"/>
          <ac:grpSpMkLst>
            <pc:docMk/>
            <pc:sldMk cId="1973944731" sldId="2147479291"/>
            <ac:grpSpMk id="76" creationId="{520886AC-3451-C6D2-83E9-EFCA9E66215B}"/>
          </ac:grpSpMkLst>
        </pc:grpChg>
        <pc:grpChg chg="add mod">
          <ac:chgData name="Alberto Davio" userId="ba6c19c2-0fde-4086-92c6-ba0460e67f4c" providerId="ADAL" clId="{2F4F42F9-3D28-40C1-984D-585CF59CA344}" dt="2024-11-12T11:47:08.161" v="994" actId="1076"/>
          <ac:grpSpMkLst>
            <pc:docMk/>
            <pc:sldMk cId="1973944731" sldId="2147479291"/>
            <ac:grpSpMk id="83" creationId="{2F3D01E7-4A00-89C1-0EE9-53C6263A4373}"/>
          </ac:grpSpMkLst>
        </pc:grpChg>
        <pc:grpChg chg="mod">
          <ac:chgData name="Alberto Davio" userId="ba6c19c2-0fde-4086-92c6-ba0460e67f4c" providerId="ADAL" clId="{2F4F42F9-3D28-40C1-984D-585CF59CA344}" dt="2024-11-12T11:47:04.613" v="993"/>
          <ac:grpSpMkLst>
            <pc:docMk/>
            <pc:sldMk cId="1973944731" sldId="2147479291"/>
            <ac:grpSpMk id="84" creationId="{4458985B-7338-1994-203F-4BCAAAB1CD39}"/>
          </ac:grpSpMkLst>
        </pc:grpChg>
        <pc:grpChg chg="mod">
          <ac:chgData name="Alberto Davio" userId="ba6c19c2-0fde-4086-92c6-ba0460e67f4c" providerId="ADAL" clId="{2F4F42F9-3D28-40C1-984D-585CF59CA344}" dt="2024-11-12T11:47:04.613" v="993"/>
          <ac:grpSpMkLst>
            <pc:docMk/>
            <pc:sldMk cId="1973944731" sldId="2147479291"/>
            <ac:grpSpMk id="87" creationId="{E894F63E-27BB-F12E-1849-85A258CECEF1}"/>
          </ac:grpSpMkLst>
        </pc:grpChg>
        <pc:grpChg chg="add mod">
          <ac:chgData name="Alberto Davio" userId="ba6c19c2-0fde-4086-92c6-ba0460e67f4c" providerId="ADAL" clId="{2F4F42F9-3D28-40C1-984D-585CF59CA344}" dt="2024-11-12T11:47:08.161" v="994" actId="1076"/>
          <ac:grpSpMkLst>
            <pc:docMk/>
            <pc:sldMk cId="1973944731" sldId="2147479291"/>
            <ac:grpSpMk id="90" creationId="{C3ED5DDC-58DE-A0D9-D56B-08C50EBFCD38}"/>
          </ac:grpSpMkLst>
        </pc:grpChg>
        <pc:grpChg chg="mod">
          <ac:chgData name="Alberto Davio" userId="ba6c19c2-0fde-4086-92c6-ba0460e67f4c" providerId="ADAL" clId="{2F4F42F9-3D28-40C1-984D-585CF59CA344}" dt="2024-11-12T11:47:04.613" v="993"/>
          <ac:grpSpMkLst>
            <pc:docMk/>
            <pc:sldMk cId="1973944731" sldId="2147479291"/>
            <ac:grpSpMk id="91" creationId="{F4B6393F-7F72-E93A-5E82-7387B768E980}"/>
          </ac:grpSpMkLst>
        </pc:grpChg>
        <pc:grpChg chg="mod">
          <ac:chgData name="Alberto Davio" userId="ba6c19c2-0fde-4086-92c6-ba0460e67f4c" providerId="ADAL" clId="{2F4F42F9-3D28-40C1-984D-585CF59CA344}" dt="2024-11-12T11:47:04.613" v="993"/>
          <ac:grpSpMkLst>
            <pc:docMk/>
            <pc:sldMk cId="1973944731" sldId="2147479291"/>
            <ac:grpSpMk id="94" creationId="{104B9C5D-89BE-F53A-9691-6E2C87D85E04}"/>
          </ac:grpSpMkLst>
        </pc:grpChg>
        <pc:cxnChg chg="add mod">
          <ac:chgData name="Alberto Davio" userId="ba6c19c2-0fde-4086-92c6-ba0460e67f4c" providerId="ADAL" clId="{2F4F42F9-3D28-40C1-984D-585CF59CA344}" dt="2024-11-12T11:47:28.647" v="995" actId="208"/>
          <ac:cxnSpMkLst>
            <pc:docMk/>
            <pc:sldMk cId="1973944731" sldId="2147479291"/>
            <ac:cxnSpMk id="62" creationId="{9D39609B-4054-DEBE-8B53-F97492795802}"/>
          </ac:cxnSpMkLst>
        </pc:cxnChg>
        <pc:cxnChg chg="add mod">
          <ac:chgData name="Alberto Davio" userId="ba6c19c2-0fde-4086-92c6-ba0460e67f4c" providerId="ADAL" clId="{2F4F42F9-3D28-40C1-984D-585CF59CA344}" dt="2024-11-12T11:47:28.647" v="995" actId="208"/>
          <ac:cxnSpMkLst>
            <pc:docMk/>
            <pc:sldMk cId="1973944731" sldId="2147479291"/>
            <ac:cxnSpMk id="63" creationId="{F8439FBB-069F-FECA-6B22-140D0D6C2796}"/>
          </ac:cxnSpMkLst>
        </pc:cxnChg>
        <pc:cxnChg chg="add mod">
          <ac:chgData name="Alberto Davio" userId="ba6c19c2-0fde-4086-92c6-ba0460e67f4c" providerId="ADAL" clId="{2F4F42F9-3D28-40C1-984D-585CF59CA344}" dt="2024-11-12T11:47:28.647" v="995" actId="208"/>
          <ac:cxnSpMkLst>
            <pc:docMk/>
            <pc:sldMk cId="1973944731" sldId="2147479291"/>
            <ac:cxnSpMk id="64" creationId="{22A6A74F-73A4-DFB2-D9ED-AF51EF2333F4}"/>
          </ac:cxnSpMkLst>
        </pc:cxnChg>
        <pc:cxnChg chg="add mod">
          <ac:chgData name="Alberto Davio" userId="ba6c19c2-0fde-4086-92c6-ba0460e67f4c" providerId="ADAL" clId="{2F4F42F9-3D28-40C1-984D-585CF59CA344}" dt="2024-11-12T11:47:28.647" v="995" actId="208"/>
          <ac:cxnSpMkLst>
            <pc:docMk/>
            <pc:sldMk cId="1973944731" sldId="2147479291"/>
            <ac:cxnSpMk id="65" creationId="{D4441CB4-2CC6-1B7C-FE79-A2FB1F7D14C4}"/>
          </ac:cxnSpMkLst>
        </pc:cxnChg>
      </pc:sldChg>
      <pc:sldChg chg="addSp delSp modSp add mod">
        <pc:chgData name="Alberto Davio" userId="ba6c19c2-0fde-4086-92c6-ba0460e67f4c" providerId="ADAL" clId="{2F4F42F9-3D28-40C1-984D-585CF59CA344}" dt="2024-12-10T10:13:02.108" v="3193" actId="207"/>
        <pc:sldMkLst>
          <pc:docMk/>
          <pc:sldMk cId="376456679" sldId="2147479292"/>
        </pc:sldMkLst>
        <pc:spChg chg="mod">
          <ac:chgData name="Alberto Davio" userId="ba6c19c2-0fde-4086-92c6-ba0460e67f4c" providerId="ADAL" clId="{2F4F42F9-3D28-40C1-984D-585CF59CA344}" dt="2024-11-12T11:44:15.650" v="895" actId="20577"/>
          <ac:spMkLst>
            <pc:docMk/>
            <pc:sldMk cId="376456679" sldId="2147479292"/>
            <ac:spMk id="3" creationId="{30CEAEF6-FF2F-5663-4601-2A9C44719522}"/>
          </ac:spMkLst>
        </pc:spChg>
        <pc:spChg chg="add mod">
          <ac:chgData name="Alberto Davio" userId="ba6c19c2-0fde-4086-92c6-ba0460e67f4c" providerId="ADAL" clId="{2F4F42F9-3D28-40C1-984D-585CF59CA344}" dt="2024-11-12T11:59:06.600" v="1351" actId="208"/>
          <ac:spMkLst>
            <pc:docMk/>
            <pc:sldMk cId="376456679" sldId="2147479292"/>
            <ac:spMk id="4" creationId="{EE8474FA-0AE9-2CA2-33F7-6B6F6D40D5B4}"/>
          </ac:spMkLst>
        </pc:spChg>
        <pc:spChg chg="mod">
          <ac:chgData name="Alberto Davio" userId="ba6c19c2-0fde-4086-92c6-ba0460e67f4c" providerId="ADAL" clId="{2F4F42F9-3D28-40C1-984D-585CF59CA344}" dt="2024-11-12T12:00:22.127" v="1439" actId="20577"/>
          <ac:spMkLst>
            <pc:docMk/>
            <pc:sldMk cId="376456679" sldId="2147479292"/>
            <ac:spMk id="6" creationId="{18405D44-B466-B56B-2363-A0A3E7F00F8B}"/>
          </ac:spMkLst>
        </pc:spChg>
        <pc:spChg chg="mod">
          <ac:chgData name="Alberto Davio" userId="ba6c19c2-0fde-4086-92c6-ba0460e67f4c" providerId="ADAL" clId="{2F4F42F9-3D28-40C1-984D-585CF59CA344}" dt="2024-11-12T11:58:32.178" v="1320"/>
          <ac:spMkLst>
            <pc:docMk/>
            <pc:sldMk cId="376456679" sldId="2147479292"/>
            <ac:spMk id="15" creationId="{181BBE3B-9446-B9DD-B6CA-D80C61436E78}"/>
          </ac:spMkLst>
        </pc:spChg>
        <pc:spChg chg="mod">
          <ac:chgData name="Alberto Davio" userId="ba6c19c2-0fde-4086-92c6-ba0460e67f4c" providerId="ADAL" clId="{2F4F42F9-3D28-40C1-984D-585CF59CA344}" dt="2024-11-12T12:00:55.658" v="1490" actId="20577"/>
          <ac:spMkLst>
            <pc:docMk/>
            <pc:sldMk cId="376456679" sldId="2147479292"/>
            <ac:spMk id="16" creationId="{6A8FF328-0330-C9F5-6A3B-F759DAD931F8}"/>
          </ac:spMkLst>
        </pc:spChg>
        <pc:spChg chg="mod">
          <ac:chgData name="Alberto Davio" userId="ba6c19c2-0fde-4086-92c6-ba0460e67f4c" providerId="ADAL" clId="{2F4F42F9-3D28-40C1-984D-585CF59CA344}" dt="2024-11-12T11:58:32.178" v="1320"/>
          <ac:spMkLst>
            <pc:docMk/>
            <pc:sldMk cId="376456679" sldId="2147479292"/>
            <ac:spMk id="17" creationId="{92CC1C63-6FF3-F94A-7207-D14A4DE4A08E}"/>
          </ac:spMkLst>
        </pc:spChg>
        <pc:spChg chg="mod">
          <ac:chgData name="Alberto Davio" userId="ba6c19c2-0fde-4086-92c6-ba0460e67f4c" providerId="ADAL" clId="{2F4F42F9-3D28-40C1-984D-585CF59CA344}" dt="2024-11-12T12:00:45.315" v="1481" actId="20577"/>
          <ac:spMkLst>
            <pc:docMk/>
            <pc:sldMk cId="376456679" sldId="2147479292"/>
            <ac:spMk id="18" creationId="{303F9DDA-7EFB-B02F-550A-680EDFF17CA1}"/>
          </ac:spMkLst>
        </pc:spChg>
        <pc:spChg chg="mod">
          <ac:chgData name="Alberto Davio" userId="ba6c19c2-0fde-4086-92c6-ba0460e67f4c" providerId="ADAL" clId="{2F4F42F9-3D28-40C1-984D-585CF59CA344}" dt="2024-11-12T11:58:32.178" v="1320"/>
          <ac:spMkLst>
            <pc:docMk/>
            <pc:sldMk cId="376456679" sldId="2147479292"/>
            <ac:spMk id="19" creationId="{4347556A-255D-ADC8-FE77-504733003943}"/>
          </ac:spMkLst>
        </pc:spChg>
        <pc:spChg chg="mod">
          <ac:chgData name="Alberto Davio" userId="ba6c19c2-0fde-4086-92c6-ba0460e67f4c" providerId="ADAL" clId="{2F4F42F9-3D28-40C1-984D-585CF59CA344}" dt="2024-11-12T12:00:40.101" v="1473" actId="20577"/>
          <ac:spMkLst>
            <pc:docMk/>
            <pc:sldMk cId="376456679" sldId="2147479292"/>
            <ac:spMk id="20" creationId="{D579F48A-69D0-F4FF-BA87-597BBE3F2F8F}"/>
          </ac:spMkLst>
        </pc:spChg>
        <pc:spChg chg="mod">
          <ac:chgData name="Alberto Davio" userId="ba6c19c2-0fde-4086-92c6-ba0460e67f4c" providerId="ADAL" clId="{2F4F42F9-3D28-40C1-984D-585CF59CA344}" dt="2024-11-12T11:58:32.178" v="1320"/>
          <ac:spMkLst>
            <pc:docMk/>
            <pc:sldMk cId="376456679" sldId="2147479292"/>
            <ac:spMk id="21" creationId="{253DD038-7113-A11C-39CF-FEC5222EAEA7}"/>
          </ac:spMkLst>
        </pc:spChg>
        <pc:spChg chg="mod">
          <ac:chgData name="Alberto Davio" userId="ba6c19c2-0fde-4086-92c6-ba0460e67f4c" providerId="ADAL" clId="{2F4F42F9-3D28-40C1-984D-585CF59CA344}" dt="2024-11-12T12:00:37.073" v="1470" actId="20577"/>
          <ac:spMkLst>
            <pc:docMk/>
            <pc:sldMk cId="376456679" sldId="2147479292"/>
            <ac:spMk id="22" creationId="{F97B9001-5C8F-E5B3-9B70-7979302B5BD3}"/>
          </ac:spMkLst>
        </pc:spChg>
        <pc:spChg chg="mod">
          <ac:chgData name="Alberto Davio" userId="ba6c19c2-0fde-4086-92c6-ba0460e67f4c" providerId="ADAL" clId="{2F4F42F9-3D28-40C1-984D-585CF59CA344}" dt="2024-11-12T12:07:01.928" v="1878" actId="207"/>
          <ac:spMkLst>
            <pc:docMk/>
            <pc:sldMk cId="376456679" sldId="2147479292"/>
            <ac:spMk id="23" creationId="{D42B9781-9FD1-B34A-89C1-9CB213A2EA83}"/>
          </ac:spMkLst>
        </pc:spChg>
        <pc:spChg chg="mod">
          <ac:chgData name="Alberto Davio" userId="ba6c19c2-0fde-4086-92c6-ba0460e67f4c" providerId="ADAL" clId="{2F4F42F9-3D28-40C1-984D-585CF59CA344}" dt="2024-11-12T12:00:33.781" v="1467" actId="20577"/>
          <ac:spMkLst>
            <pc:docMk/>
            <pc:sldMk cId="376456679" sldId="2147479292"/>
            <ac:spMk id="24" creationId="{A436624E-B807-7696-2E81-FBB417AC53B2}"/>
          </ac:spMkLst>
        </pc:spChg>
        <pc:spChg chg="mod">
          <ac:chgData name="Alberto Davio" userId="ba6c19c2-0fde-4086-92c6-ba0460e67f4c" providerId="ADAL" clId="{2F4F42F9-3D28-40C1-984D-585CF59CA344}" dt="2024-11-12T11:58:32.178" v="1320"/>
          <ac:spMkLst>
            <pc:docMk/>
            <pc:sldMk cId="376456679" sldId="2147479292"/>
            <ac:spMk id="25" creationId="{4ED974CC-8B6E-1878-E1A0-ABC65EA0750B}"/>
          </ac:spMkLst>
        </pc:spChg>
        <pc:spChg chg="mod">
          <ac:chgData name="Alberto Davio" userId="ba6c19c2-0fde-4086-92c6-ba0460e67f4c" providerId="ADAL" clId="{2F4F42F9-3D28-40C1-984D-585CF59CA344}" dt="2024-11-12T12:00:27.632" v="1453" actId="20577"/>
          <ac:spMkLst>
            <pc:docMk/>
            <pc:sldMk cId="376456679" sldId="2147479292"/>
            <ac:spMk id="26" creationId="{310CFACB-3378-3231-5383-9514B5CD4F3B}"/>
          </ac:spMkLst>
        </pc:spChg>
        <pc:spChg chg="add mod">
          <ac:chgData name="Alberto Davio" userId="ba6c19c2-0fde-4086-92c6-ba0460e67f4c" providerId="ADAL" clId="{2F4F42F9-3D28-40C1-984D-585CF59CA344}" dt="2024-11-12T11:59:10.547" v="1352" actId="208"/>
          <ac:spMkLst>
            <pc:docMk/>
            <pc:sldMk cId="376456679" sldId="2147479292"/>
            <ac:spMk id="27" creationId="{3C255970-0BE9-C176-BA14-974A0FF42BDD}"/>
          </ac:spMkLst>
        </pc:spChg>
        <pc:spChg chg="add mod">
          <ac:chgData name="Alberto Davio" userId="ba6c19c2-0fde-4086-92c6-ba0460e67f4c" providerId="ADAL" clId="{2F4F42F9-3D28-40C1-984D-585CF59CA344}" dt="2024-11-12T12:03:55.529" v="1801" actId="1038"/>
          <ac:spMkLst>
            <pc:docMk/>
            <pc:sldMk cId="376456679" sldId="2147479292"/>
            <ac:spMk id="28" creationId="{903FF61F-D4A4-4085-E59B-D7822E0F0250}"/>
          </ac:spMkLst>
        </pc:spChg>
        <pc:spChg chg="add mod">
          <ac:chgData name="Alberto Davio" userId="ba6c19c2-0fde-4086-92c6-ba0460e67f4c" providerId="ADAL" clId="{2F4F42F9-3D28-40C1-984D-585CF59CA344}" dt="2024-11-12T12:05:53.782" v="1874" actId="14100"/>
          <ac:spMkLst>
            <pc:docMk/>
            <pc:sldMk cId="376456679" sldId="2147479292"/>
            <ac:spMk id="29" creationId="{D6BF96A9-A8E5-8D80-8691-65AF80306669}"/>
          </ac:spMkLst>
        </pc:spChg>
        <pc:grpChg chg="add mod">
          <ac:chgData name="Alberto Davio" userId="ba6c19c2-0fde-4086-92c6-ba0460e67f4c" providerId="ADAL" clId="{2F4F42F9-3D28-40C1-984D-585CF59CA344}" dt="2024-11-12T11:58:50.958" v="1349" actId="1035"/>
          <ac:grpSpMkLst>
            <pc:docMk/>
            <pc:sldMk cId="376456679" sldId="2147479292"/>
            <ac:grpSpMk id="5" creationId="{DD89AC5B-BCD3-3B2D-441B-3DD00B72A26C}"/>
          </ac:grpSpMkLst>
        </pc:grpChg>
        <pc:grpChg chg="mod">
          <ac:chgData name="Alberto Davio" userId="ba6c19c2-0fde-4086-92c6-ba0460e67f4c" providerId="ADAL" clId="{2F4F42F9-3D28-40C1-984D-585CF59CA344}" dt="2024-11-12T11:58:32.178" v="1320"/>
          <ac:grpSpMkLst>
            <pc:docMk/>
            <pc:sldMk cId="376456679" sldId="2147479292"/>
            <ac:grpSpMk id="8" creationId="{BD6C5EB5-8FFB-45C1-591F-46A5D0402B32}"/>
          </ac:grpSpMkLst>
        </pc:grpChg>
        <pc:grpChg chg="mod">
          <ac:chgData name="Alberto Davio" userId="ba6c19c2-0fde-4086-92c6-ba0460e67f4c" providerId="ADAL" clId="{2F4F42F9-3D28-40C1-984D-585CF59CA344}" dt="2024-11-12T11:58:32.178" v="1320"/>
          <ac:grpSpMkLst>
            <pc:docMk/>
            <pc:sldMk cId="376456679" sldId="2147479292"/>
            <ac:grpSpMk id="10" creationId="{B047EA9C-73BF-84D4-4F70-30D1CBF59BBC}"/>
          </ac:grpSpMkLst>
        </pc:grpChg>
        <pc:grpChg chg="mod">
          <ac:chgData name="Alberto Davio" userId="ba6c19c2-0fde-4086-92c6-ba0460e67f4c" providerId="ADAL" clId="{2F4F42F9-3D28-40C1-984D-585CF59CA344}" dt="2024-11-12T11:58:32.178" v="1320"/>
          <ac:grpSpMkLst>
            <pc:docMk/>
            <pc:sldMk cId="376456679" sldId="2147479292"/>
            <ac:grpSpMk id="11" creationId="{E103576A-99BC-22D3-8E10-0266C3CF027F}"/>
          </ac:grpSpMkLst>
        </pc:grpChg>
        <pc:grpChg chg="mod">
          <ac:chgData name="Alberto Davio" userId="ba6c19c2-0fde-4086-92c6-ba0460e67f4c" providerId="ADAL" clId="{2F4F42F9-3D28-40C1-984D-585CF59CA344}" dt="2024-11-12T11:58:32.178" v="1320"/>
          <ac:grpSpMkLst>
            <pc:docMk/>
            <pc:sldMk cId="376456679" sldId="2147479292"/>
            <ac:grpSpMk id="12" creationId="{0F5732AE-2A39-6B3D-CAC0-EB7E7C8FE2E2}"/>
          </ac:grpSpMkLst>
        </pc:grpChg>
        <pc:grpChg chg="mod">
          <ac:chgData name="Alberto Davio" userId="ba6c19c2-0fde-4086-92c6-ba0460e67f4c" providerId="ADAL" clId="{2F4F42F9-3D28-40C1-984D-585CF59CA344}" dt="2024-11-12T11:58:32.178" v="1320"/>
          <ac:grpSpMkLst>
            <pc:docMk/>
            <pc:sldMk cId="376456679" sldId="2147479292"/>
            <ac:grpSpMk id="13" creationId="{76AB2F81-EE6D-6F1D-B1B9-CA09BB39CA6B}"/>
          </ac:grpSpMkLst>
        </pc:grpChg>
        <pc:grpChg chg="mod">
          <ac:chgData name="Alberto Davio" userId="ba6c19c2-0fde-4086-92c6-ba0460e67f4c" providerId="ADAL" clId="{2F4F42F9-3D28-40C1-984D-585CF59CA344}" dt="2024-11-12T11:58:32.178" v="1320"/>
          <ac:grpSpMkLst>
            <pc:docMk/>
            <pc:sldMk cId="376456679" sldId="2147479292"/>
            <ac:grpSpMk id="14" creationId="{83C536AD-80B8-BB8B-46A1-AF7C0FBE66DE}"/>
          </ac:grpSpMkLst>
        </pc:grpChg>
        <pc:graphicFrameChg chg="add mod modGraphic">
          <ac:chgData name="Alberto Davio" userId="ba6c19c2-0fde-4086-92c6-ba0460e67f4c" providerId="ADAL" clId="{2F4F42F9-3D28-40C1-984D-585CF59CA344}" dt="2024-12-10T10:13:02.108" v="3193" actId="207"/>
          <ac:graphicFrameMkLst>
            <pc:docMk/>
            <pc:sldMk cId="376456679" sldId="2147479292"/>
            <ac:graphicFrameMk id="2" creationId="{1EA6438A-9552-ECF0-7D88-BFBD09377F72}"/>
          </ac:graphicFrameMkLst>
        </pc:graphicFrameChg>
      </pc:sldChg>
      <pc:sldChg chg="addSp delSp modSp mod">
        <pc:chgData name="Alberto Davio" userId="ba6c19c2-0fde-4086-92c6-ba0460e67f4c" providerId="ADAL" clId="{2F4F42F9-3D28-40C1-984D-585CF59CA344}" dt="2024-12-10T10:46:08.660" v="3898" actId="1076"/>
        <pc:sldMkLst>
          <pc:docMk/>
          <pc:sldMk cId="4104913753" sldId="2147479294"/>
        </pc:sldMkLst>
        <pc:spChg chg="del mod">
          <ac:chgData name="Alberto Davio" userId="ba6c19c2-0fde-4086-92c6-ba0460e67f4c" providerId="ADAL" clId="{2F4F42F9-3D28-40C1-984D-585CF59CA344}" dt="2024-12-10T10:33:26.490" v="3286" actId="478"/>
          <ac:spMkLst>
            <pc:docMk/>
            <pc:sldMk cId="4104913753" sldId="2147479294"/>
            <ac:spMk id="2" creationId="{DC7733D1-BA16-79FE-76F7-5F582991E5AE}"/>
          </ac:spMkLst>
        </pc:spChg>
        <pc:spChg chg="mod">
          <ac:chgData name="Alberto Davio" userId="ba6c19c2-0fde-4086-92c6-ba0460e67f4c" providerId="ADAL" clId="{2F4F42F9-3D28-40C1-984D-585CF59CA344}" dt="2024-12-10T10:45:30.735" v="3854" actId="1036"/>
          <ac:spMkLst>
            <pc:docMk/>
            <pc:sldMk cId="4104913753" sldId="2147479294"/>
            <ac:spMk id="4" creationId="{10D3DF29-DBB0-6C7E-3ECA-C8AAE52C45C4}"/>
          </ac:spMkLst>
        </pc:spChg>
        <pc:spChg chg="add del mod">
          <ac:chgData name="Alberto Davio" userId="ba6c19c2-0fde-4086-92c6-ba0460e67f4c" providerId="ADAL" clId="{2F4F42F9-3D28-40C1-984D-585CF59CA344}" dt="2024-12-10T10:44:28.054" v="3782" actId="478"/>
          <ac:spMkLst>
            <pc:docMk/>
            <pc:sldMk cId="4104913753" sldId="2147479294"/>
            <ac:spMk id="5" creationId="{E510C573-ADB5-AF84-6701-ACEEAB6970C9}"/>
          </ac:spMkLst>
        </pc:spChg>
        <pc:spChg chg="add del mod">
          <ac:chgData name="Alberto Davio" userId="ba6c19c2-0fde-4086-92c6-ba0460e67f4c" providerId="ADAL" clId="{2F4F42F9-3D28-40C1-984D-585CF59CA344}" dt="2024-12-10T10:44:28.054" v="3782" actId="478"/>
          <ac:spMkLst>
            <pc:docMk/>
            <pc:sldMk cId="4104913753" sldId="2147479294"/>
            <ac:spMk id="6" creationId="{CC32C17D-F029-27BC-2654-7AC13AE9BDAC}"/>
          </ac:spMkLst>
        </pc:spChg>
        <pc:spChg chg="add del mod">
          <ac:chgData name="Alberto Davio" userId="ba6c19c2-0fde-4086-92c6-ba0460e67f4c" providerId="ADAL" clId="{2F4F42F9-3D28-40C1-984D-585CF59CA344}" dt="2024-12-10T10:44:28.054" v="3782" actId="478"/>
          <ac:spMkLst>
            <pc:docMk/>
            <pc:sldMk cId="4104913753" sldId="2147479294"/>
            <ac:spMk id="10" creationId="{FFF7012A-A5D6-4788-DCB0-A0BBFAF7BECB}"/>
          </ac:spMkLst>
        </pc:spChg>
        <pc:spChg chg="add del mod">
          <ac:chgData name="Alberto Davio" userId="ba6c19c2-0fde-4086-92c6-ba0460e67f4c" providerId="ADAL" clId="{2F4F42F9-3D28-40C1-984D-585CF59CA344}" dt="2024-12-10T10:34:22.901" v="3389" actId="478"/>
          <ac:spMkLst>
            <pc:docMk/>
            <pc:sldMk cId="4104913753" sldId="2147479294"/>
            <ac:spMk id="11" creationId="{6264EAE0-A16F-9B47-DDA2-C2B9756B35D5}"/>
          </ac:spMkLst>
        </pc:spChg>
        <pc:spChg chg="mod">
          <ac:chgData name="Alberto Davio" userId="ba6c19c2-0fde-4086-92c6-ba0460e67f4c" providerId="ADAL" clId="{2F4F42F9-3D28-40C1-984D-585CF59CA344}" dt="2024-12-10T10:45:46.054" v="3856" actId="14100"/>
          <ac:spMkLst>
            <pc:docMk/>
            <pc:sldMk cId="4104913753" sldId="2147479294"/>
            <ac:spMk id="13" creationId="{CD022E40-337A-FCBB-6478-7D5EE6B0D2EA}"/>
          </ac:spMkLst>
        </pc:spChg>
        <pc:spChg chg="mod">
          <ac:chgData name="Alberto Davio" userId="ba6c19c2-0fde-4086-92c6-ba0460e67f4c" providerId="ADAL" clId="{2F4F42F9-3D28-40C1-984D-585CF59CA344}" dt="2024-12-10T10:34:00.313" v="3343"/>
          <ac:spMkLst>
            <pc:docMk/>
            <pc:sldMk cId="4104913753" sldId="2147479294"/>
            <ac:spMk id="15" creationId="{C8EE1E1C-7EB7-CD9C-2108-247565216131}"/>
          </ac:spMkLst>
        </pc:spChg>
        <pc:spChg chg="mod">
          <ac:chgData name="Alberto Davio" userId="ba6c19c2-0fde-4086-92c6-ba0460e67f4c" providerId="ADAL" clId="{2F4F42F9-3D28-40C1-984D-585CF59CA344}" dt="2024-12-10T10:34:12.720" v="3386" actId="20577"/>
          <ac:spMkLst>
            <pc:docMk/>
            <pc:sldMk cId="4104913753" sldId="2147479294"/>
            <ac:spMk id="16" creationId="{2B1389F4-8AD2-BDA7-1D3D-F29E115488C9}"/>
          </ac:spMkLst>
        </pc:spChg>
        <pc:spChg chg="del mod">
          <ac:chgData name="Alberto Davio" userId="ba6c19c2-0fde-4086-92c6-ba0460e67f4c" providerId="ADAL" clId="{2F4F42F9-3D28-40C1-984D-585CF59CA344}" dt="2024-12-10T10:33:26.490" v="3286" actId="478"/>
          <ac:spMkLst>
            <pc:docMk/>
            <pc:sldMk cId="4104913753" sldId="2147479294"/>
            <ac:spMk id="17" creationId="{939E92DA-5FC9-29A8-1B29-50FB442772FE}"/>
          </ac:spMkLst>
        </pc:spChg>
        <pc:spChg chg="del mod">
          <ac:chgData name="Alberto Davio" userId="ba6c19c2-0fde-4086-92c6-ba0460e67f4c" providerId="ADAL" clId="{2F4F42F9-3D28-40C1-984D-585CF59CA344}" dt="2024-12-10T10:32:29.238" v="3282" actId="478"/>
          <ac:spMkLst>
            <pc:docMk/>
            <pc:sldMk cId="4104913753" sldId="2147479294"/>
            <ac:spMk id="18" creationId="{9014FD10-B439-9CE1-0BB9-213EB23F3066}"/>
          </ac:spMkLst>
        </pc:spChg>
        <pc:spChg chg="del mod">
          <ac:chgData name="Alberto Davio" userId="ba6c19c2-0fde-4086-92c6-ba0460e67f4c" providerId="ADAL" clId="{2F4F42F9-3D28-40C1-984D-585CF59CA344}" dt="2024-12-10T10:32:30.752" v="3283" actId="478"/>
          <ac:spMkLst>
            <pc:docMk/>
            <pc:sldMk cId="4104913753" sldId="2147479294"/>
            <ac:spMk id="19" creationId="{053F7C76-EFB1-FF4C-D0CC-81DC6AD2DB8F}"/>
          </ac:spMkLst>
        </pc:spChg>
        <pc:spChg chg="add del mod">
          <ac:chgData name="Alberto Davio" userId="ba6c19c2-0fde-4086-92c6-ba0460e67f4c" providerId="ADAL" clId="{2F4F42F9-3D28-40C1-984D-585CF59CA344}" dt="2024-12-10T10:34:23.757" v="3390" actId="478"/>
          <ac:spMkLst>
            <pc:docMk/>
            <pc:sldMk cId="4104913753" sldId="2147479294"/>
            <ac:spMk id="20" creationId="{7FA93088-B47C-A9B9-3CF4-2D7D6E10C26D}"/>
          </ac:spMkLst>
        </pc:spChg>
        <pc:spChg chg="del mod">
          <ac:chgData name="Alberto Davio" userId="ba6c19c2-0fde-4086-92c6-ba0460e67f4c" providerId="ADAL" clId="{2F4F42F9-3D28-40C1-984D-585CF59CA344}" dt="2024-12-10T10:33:26.490" v="3286" actId="478"/>
          <ac:spMkLst>
            <pc:docMk/>
            <pc:sldMk cId="4104913753" sldId="2147479294"/>
            <ac:spMk id="21" creationId="{2659595F-498E-ED26-6DBC-5E07DA961E35}"/>
          </ac:spMkLst>
        </pc:spChg>
        <pc:spChg chg="mod">
          <ac:chgData name="Alberto Davio" userId="ba6c19c2-0fde-4086-92c6-ba0460e67f4c" providerId="ADAL" clId="{2F4F42F9-3D28-40C1-984D-585CF59CA344}" dt="2024-12-10T10:45:30.735" v="3854" actId="1036"/>
          <ac:spMkLst>
            <pc:docMk/>
            <pc:sldMk cId="4104913753" sldId="2147479294"/>
            <ac:spMk id="22" creationId="{1B60CD74-957A-B875-8F14-1D19675EB14F}"/>
          </ac:spMkLst>
        </pc:spChg>
        <pc:spChg chg="mod">
          <ac:chgData name="Alberto Davio" userId="ba6c19c2-0fde-4086-92c6-ba0460e67f4c" providerId="ADAL" clId="{2F4F42F9-3D28-40C1-984D-585CF59CA344}" dt="2024-12-10T10:45:30.735" v="3854" actId="1036"/>
          <ac:spMkLst>
            <pc:docMk/>
            <pc:sldMk cId="4104913753" sldId="2147479294"/>
            <ac:spMk id="23" creationId="{D99F24B4-CEB7-E160-8BAB-500D5F6B561E}"/>
          </ac:spMkLst>
        </pc:spChg>
        <pc:spChg chg="mod">
          <ac:chgData name="Alberto Davio" userId="ba6c19c2-0fde-4086-92c6-ba0460e67f4c" providerId="ADAL" clId="{2F4F42F9-3D28-40C1-984D-585CF59CA344}" dt="2024-12-10T10:45:30.735" v="3854" actId="1036"/>
          <ac:spMkLst>
            <pc:docMk/>
            <pc:sldMk cId="4104913753" sldId="2147479294"/>
            <ac:spMk id="25" creationId="{F59127A6-E5B3-1E76-BB85-A20E1E745A0E}"/>
          </ac:spMkLst>
        </pc:spChg>
        <pc:spChg chg="mod">
          <ac:chgData name="Alberto Davio" userId="ba6c19c2-0fde-4086-92c6-ba0460e67f4c" providerId="ADAL" clId="{2F4F42F9-3D28-40C1-984D-585CF59CA344}" dt="2024-12-10T10:45:30.735" v="3854" actId="1036"/>
          <ac:spMkLst>
            <pc:docMk/>
            <pc:sldMk cId="4104913753" sldId="2147479294"/>
            <ac:spMk id="26" creationId="{8B65C73A-DB24-7EA6-FE7F-6944124A3634}"/>
          </ac:spMkLst>
        </pc:spChg>
        <pc:spChg chg="add mod">
          <ac:chgData name="Alberto Davio" userId="ba6c19c2-0fde-4086-92c6-ba0460e67f4c" providerId="ADAL" clId="{2F4F42F9-3D28-40C1-984D-585CF59CA344}" dt="2024-12-10T10:46:04.823" v="3897" actId="1035"/>
          <ac:spMkLst>
            <pc:docMk/>
            <pc:sldMk cId="4104913753" sldId="2147479294"/>
            <ac:spMk id="28" creationId="{15995201-6E06-2840-645C-97A3AADE2B30}"/>
          </ac:spMkLst>
        </pc:spChg>
        <pc:spChg chg="add mod">
          <ac:chgData name="Alberto Davio" userId="ba6c19c2-0fde-4086-92c6-ba0460e67f4c" providerId="ADAL" clId="{2F4F42F9-3D28-40C1-984D-585CF59CA344}" dt="2024-12-10T10:46:04.823" v="3897" actId="1035"/>
          <ac:spMkLst>
            <pc:docMk/>
            <pc:sldMk cId="4104913753" sldId="2147479294"/>
            <ac:spMk id="30" creationId="{33B385B1-3912-E013-44A0-B873F76694D1}"/>
          </ac:spMkLst>
        </pc:spChg>
        <pc:spChg chg="add mod">
          <ac:chgData name="Alberto Davio" userId="ba6c19c2-0fde-4086-92c6-ba0460e67f4c" providerId="ADAL" clId="{2F4F42F9-3D28-40C1-984D-585CF59CA344}" dt="2024-12-10T10:46:04.823" v="3897" actId="1035"/>
          <ac:spMkLst>
            <pc:docMk/>
            <pc:sldMk cId="4104913753" sldId="2147479294"/>
            <ac:spMk id="31" creationId="{3BC29460-3F28-7B7D-804C-41137A7EA390}"/>
          </ac:spMkLst>
        </pc:spChg>
        <pc:spChg chg="mod">
          <ac:chgData name="Alberto Davio" userId="ba6c19c2-0fde-4086-92c6-ba0460e67f4c" providerId="ADAL" clId="{2F4F42F9-3D28-40C1-984D-585CF59CA344}" dt="2024-11-14T11:08:46.417" v="2551"/>
          <ac:spMkLst>
            <pc:docMk/>
            <pc:sldMk cId="4104913753" sldId="2147479294"/>
            <ac:spMk id="33" creationId="{149BDDF2-472E-9FAF-730A-B34FA7C28ED0}"/>
          </ac:spMkLst>
        </pc:spChg>
        <pc:spChg chg="mod">
          <ac:chgData name="Alberto Davio" userId="ba6c19c2-0fde-4086-92c6-ba0460e67f4c" providerId="ADAL" clId="{2F4F42F9-3D28-40C1-984D-585CF59CA344}" dt="2024-11-14T11:08:46.417" v="2551"/>
          <ac:spMkLst>
            <pc:docMk/>
            <pc:sldMk cId="4104913753" sldId="2147479294"/>
            <ac:spMk id="34" creationId="{388DD649-B19C-8A33-43A6-5E71DB3CDC07}"/>
          </ac:spMkLst>
        </pc:spChg>
        <pc:spChg chg="mod">
          <ac:chgData name="Alberto Davio" userId="ba6c19c2-0fde-4086-92c6-ba0460e67f4c" providerId="ADAL" clId="{2F4F42F9-3D28-40C1-984D-585CF59CA344}" dt="2024-11-19T13:46:16.340" v="3179" actId="6549"/>
          <ac:spMkLst>
            <pc:docMk/>
            <pc:sldMk cId="4104913753" sldId="2147479294"/>
            <ac:spMk id="60" creationId="{A58FEA1F-59A5-3075-E6C1-DDECCB40EBB2}"/>
          </ac:spMkLst>
        </pc:spChg>
        <pc:grpChg chg="add del mod">
          <ac:chgData name="Alberto Davio" userId="ba6c19c2-0fde-4086-92c6-ba0460e67f4c" providerId="ADAL" clId="{2F4F42F9-3D28-40C1-984D-585CF59CA344}" dt="2024-12-10T10:44:28.054" v="3782" actId="478"/>
          <ac:grpSpMkLst>
            <pc:docMk/>
            <pc:sldMk cId="4104913753" sldId="2147479294"/>
            <ac:grpSpMk id="14" creationId="{48554B9E-1A7B-4D3B-26C8-A19541C47FA0}"/>
          </ac:grpSpMkLst>
        </pc:grpChg>
        <pc:grpChg chg="add mod">
          <ac:chgData name="Alberto Davio" userId="ba6c19c2-0fde-4086-92c6-ba0460e67f4c" providerId="ADAL" clId="{2F4F42F9-3D28-40C1-984D-585CF59CA344}" dt="2024-12-10T10:46:08.660" v="3898" actId="1076"/>
          <ac:grpSpMkLst>
            <pc:docMk/>
            <pc:sldMk cId="4104913753" sldId="2147479294"/>
            <ac:grpSpMk id="32" creationId="{F0E0DC66-1E21-27A2-2F2F-B109E9487C22}"/>
          </ac:grpSpMkLst>
        </pc:grpChg>
        <pc:grpChg chg="del mod">
          <ac:chgData name="Alberto Davio" userId="ba6c19c2-0fde-4086-92c6-ba0460e67f4c" providerId="ADAL" clId="{2F4F42F9-3D28-40C1-984D-585CF59CA344}" dt="2024-12-10T10:33:26.490" v="3286" actId="478"/>
          <ac:grpSpMkLst>
            <pc:docMk/>
            <pc:sldMk cId="4104913753" sldId="2147479294"/>
            <ac:grpSpMk id="84" creationId="{AFF9BCE4-7639-5A9B-8C36-C8CBC6C2D4D5}"/>
          </ac:grpSpMkLst>
        </pc:grpChg>
        <pc:grpChg chg="del mod">
          <ac:chgData name="Alberto Davio" userId="ba6c19c2-0fde-4086-92c6-ba0460e67f4c" providerId="ADAL" clId="{2F4F42F9-3D28-40C1-984D-585CF59CA344}" dt="2024-12-10T10:33:26.490" v="3286" actId="478"/>
          <ac:grpSpMkLst>
            <pc:docMk/>
            <pc:sldMk cId="4104913753" sldId="2147479294"/>
            <ac:grpSpMk id="87" creationId="{1D6537F2-68D0-7E6D-6D66-98EF0918002E}"/>
          </ac:grpSpMkLst>
        </pc:grpChg>
        <pc:grpChg chg="mod">
          <ac:chgData name="Alberto Davio" userId="ba6c19c2-0fde-4086-92c6-ba0460e67f4c" providerId="ADAL" clId="{2F4F42F9-3D28-40C1-984D-585CF59CA344}" dt="2024-12-10T10:45:30.735" v="3854" actId="1036"/>
          <ac:grpSpMkLst>
            <pc:docMk/>
            <pc:sldMk cId="4104913753" sldId="2147479294"/>
            <ac:grpSpMk id="99" creationId="{BBD11019-6443-5E94-1564-6BB1CC81FEC3}"/>
          </ac:grpSpMkLst>
        </pc:grpChg>
        <pc:grpChg chg="mod">
          <ac:chgData name="Alberto Davio" userId="ba6c19c2-0fde-4086-92c6-ba0460e67f4c" providerId="ADAL" clId="{2F4F42F9-3D28-40C1-984D-585CF59CA344}" dt="2024-12-10T10:45:30.735" v="3854" actId="1036"/>
          <ac:grpSpMkLst>
            <pc:docMk/>
            <pc:sldMk cId="4104913753" sldId="2147479294"/>
            <ac:grpSpMk id="102" creationId="{64CC5BF5-E126-EB91-9173-26A8203C661C}"/>
          </ac:grpSpMkLst>
        </pc:grpChg>
      </pc:sldChg>
      <pc:sldChg chg="addSp delSp modSp mod">
        <pc:chgData name="Alberto Davio" userId="ba6c19c2-0fde-4086-92c6-ba0460e67f4c" providerId="ADAL" clId="{2F4F42F9-3D28-40C1-984D-585CF59CA344}" dt="2024-12-10T11:03:41.134" v="4344" actId="20577"/>
        <pc:sldMkLst>
          <pc:docMk/>
          <pc:sldMk cId="1833307729" sldId="2147479295"/>
        </pc:sldMkLst>
        <pc:spChg chg="mod">
          <ac:chgData name="Alberto Davio" userId="ba6c19c2-0fde-4086-92c6-ba0460e67f4c" providerId="ADAL" clId="{2F4F42F9-3D28-40C1-984D-585CF59CA344}" dt="2024-12-10T10:38:29.703" v="3662" actId="1036"/>
          <ac:spMkLst>
            <pc:docMk/>
            <pc:sldMk cId="1833307729" sldId="2147479295"/>
            <ac:spMk id="4" creationId="{A0E0B420-C327-37AD-1C78-DC94DF56A83A}"/>
          </ac:spMkLst>
        </pc:spChg>
        <pc:spChg chg="mod">
          <ac:chgData name="Alberto Davio" userId="ba6c19c2-0fde-4086-92c6-ba0460e67f4c" providerId="ADAL" clId="{2F4F42F9-3D28-40C1-984D-585CF59CA344}" dt="2024-12-10T10:38:29.703" v="3662" actId="1036"/>
          <ac:spMkLst>
            <pc:docMk/>
            <pc:sldMk cId="1833307729" sldId="2147479295"/>
            <ac:spMk id="5" creationId="{B0B49EFB-FFBD-D4D5-0569-7D122EE4276A}"/>
          </ac:spMkLst>
        </pc:spChg>
        <pc:spChg chg="mod">
          <ac:chgData name="Alberto Davio" userId="ba6c19c2-0fde-4086-92c6-ba0460e67f4c" providerId="ADAL" clId="{2F4F42F9-3D28-40C1-984D-585CF59CA344}" dt="2024-12-10T10:38:29.703" v="3662" actId="1036"/>
          <ac:spMkLst>
            <pc:docMk/>
            <pc:sldMk cId="1833307729" sldId="2147479295"/>
            <ac:spMk id="6" creationId="{D4A45BCC-563A-76AA-E0BB-1830BECBE649}"/>
          </ac:spMkLst>
        </pc:spChg>
        <pc:spChg chg="mod">
          <ac:chgData name="Alberto Davio" userId="ba6c19c2-0fde-4086-92c6-ba0460e67f4c" providerId="ADAL" clId="{2F4F42F9-3D28-40C1-984D-585CF59CA344}" dt="2024-12-10T10:38:29.703" v="3662" actId="1036"/>
          <ac:spMkLst>
            <pc:docMk/>
            <pc:sldMk cId="1833307729" sldId="2147479295"/>
            <ac:spMk id="7" creationId="{896A0854-085B-CE70-8A78-5BBEA4241F0D}"/>
          </ac:spMkLst>
        </pc:spChg>
        <pc:spChg chg="mod">
          <ac:chgData name="Alberto Davio" userId="ba6c19c2-0fde-4086-92c6-ba0460e67f4c" providerId="ADAL" clId="{2F4F42F9-3D28-40C1-984D-585CF59CA344}" dt="2024-12-10T10:38:29.703" v="3662" actId="1036"/>
          <ac:spMkLst>
            <pc:docMk/>
            <pc:sldMk cId="1833307729" sldId="2147479295"/>
            <ac:spMk id="8" creationId="{4B363C9D-3FCB-1F09-AC38-8506AF8E1586}"/>
          </ac:spMkLst>
        </pc:spChg>
        <pc:spChg chg="mod">
          <ac:chgData name="Alberto Davio" userId="ba6c19c2-0fde-4086-92c6-ba0460e67f4c" providerId="ADAL" clId="{2F4F42F9-3D28-40C1-984D-585CF59CA344}" dt="2024-12-10T10:38:29.703" v="3662" actId="1036"/>
          <ac:spMkLst>
            <pc:docMk/>
            <pc:sldMk cId="1833307729" sldId="2147479295"/>
            <ac:spMk id="10" creationId="{08718B50-E494-2D6C-1EA1-908B8131E153}"/>
          </ac:spMkLst>
        </pc:spChg>
        <pc:spChg chg="mod">
          <ac:chgData name="Alberto Davio" userId="ba6c19c2-0fde-4086-92c6-ba0460e67f4c" providerId="ADAL" clId="{2F4F42F9-3D28-40C1-984D-585CF59CA344}" dt="2024-12-10T10:38:29.703" v="3662" actId="1036"/>
          <ac:spMkLst>
            <pc:docMk/>
            <pc:sldMk cId="1833307729" sldId="2147479295"/>
            <ac:spMk id="11" creationId="{57960830-3BA4-F40B-43A2-CBCD710FCE4C}"/>
          </ac:spMkLst>
        </pc:spChg>
        <pc:spChg chg="mod">
          <ac:chgData name="Alberto Davio" userId="ba6c19c2-0fde-4086-92c6-ba0460e67f4c" providerId="ADAL" clId="{2F4F42F9-3D28-40C1-984D-585CF59CA344}" dt="2024-12-10T10:38:29.703" v="3662" actId="1036"/>
          <ac:spMkLst>
            <pc:docMk/>
            <pc:sldMk cId="1833307729" sldId="2147479295"/>
            <ac:spMk id="18" creationId="{9014FD10-B439-9CE1-0BB9-213EB23F3066}"/>
          </ac:spMkLst>
        </pc:spChg>
        <pc:spChg chg="mod">
          <ac:chgData name="Alberto Davio" userId="ba6c19c2-0fde-4086-92c6-ba0460e67f4c" providerId="ADAL" clId="{2F4F42F9-3D28-40C1-984D-585CF59CA344}" dt="2024-12-10T10:38:29.703" v="3662" actId="1036"/>
          <ac:spMkLst>
            <pc:docMk/>
            <pc:sldMk cId="1833307729" sldId="2147479295"/>
            <ac:spMk id="19" creationId="{053F7C76-EFB1-FF4C-D0CC-81DC6AD2DB8F}"/>
          </ac:spMkLst>
        </pc:spChg>
        <pc:spChg chg="mod">
          <ac:chgData name="Alberto Davio" userId="ba6c19c2-0fde-4086-92c6-ba0460e67f4c" providerId="ADAL" clId="{2F4F42F9-3D28-40C1-984D-585CF59CA344}" dt="2024-12-10T11:03:37.148" v="4343" actId="20577"/>
          <ac:spMkLst>
            <pc:docMk/>
            <pc:sldMk cId="1833307729" sldId="2147479295"/>
            <ac:spMk id="21" creationId="{2659595F-498E-ED26-6DBC-5E07DA961E35}"/>
          </ac:spMkLst>
        </pc:spChg>
        <pc:spChg chg="mod">
          <ac:chgData name="Alberto Davio" userId="ba6c19c2-0fde-4086-92c6-ba0460e67f4c" providerId="ADAL" clId="{2F4F42F9-3D28-40C1-984D-585CF59CA344}" dt="2024-12-10T11:03:41.134" v="4344" actId="20577"/>
          <ac:spMkLst>
            <pc:docMk/>
            <pc:sldMk cId="1833307729" sldId="2147479295"/>
            <ac:spMk id="26" creationId="{8B65C73A-DB24-7EA6-FE7F-6944124A3634}"/>
          </ac:spMkLst>
        </pc:spChg>
        <pc:spChg chg="mod">
          <ac:chgData name="Alberto Davio" userId="ba6c19c2-0fde-4086-92c6-ba0460e67f4c" providerId="ADAL" clId="{2F4F42F9-3D28-40C1-984D-585CF59CA344}" dt="2024-12-10T10:29:59.701" v="3278" actId="20577"/>
          <ac:spMkLst>
            <pc:docMk/>
            <pc:sldMk cId="1833307729" sldId="2147479295"/>
            <ac:spMk id="36" creationId="{DF2E7CA4-EC67-7BF0-733E-8E91D8F2FAEC}"/>
          </ac:spMkLst>
        </pc:spChg>
        <pc:spChg chg="mod">
          <ac:chgData name="Alberto Davio" userId="ba6c19c2-0fde-4086-92c6-ba0460e67f4c" providerId="ADAL" clId="{2F4F42F9-3D28-40C1-984D-585CF59CA344}" dt="2024-12-10T11:03:24.243" v="4342" actId="20577"/>
          <ac:spMkLst>
            <pc:docMk/>
            <pc:sldMk cId="1833307729" sldId="2147479295"/>
            <ac:spMk id="39" creationId="{9587A268-702B-19D2-8A96-7DC5A6F1FD59}"/>
          </ac:spMkLst>
        </pc:spChg>
        <pc:spChg chg="mod">
          <ac:chgData name="Alberto Davio" userId="ba6c19c2-0fde-4086-92c6-ba0460e67f4c" providerId="ADAL" clId="{2F4F42F9-3D28-40C1-984D-585CF59CA344}" dt="2024-12-10T10:38:29.703" v="3662" actId="1036"/>
          <ac:spMkLst>
            <pc:docMk/>
            <pc:sldMk cId="1833307729" sldId="2147479295"/>
            <ac:spMk id="59" creationId="{F0886AA1-9B23-B970-B9F5-8ED8188D2314}"/>
          </ac:spMkLst>
        </pc:spChg>
        <pc:spChg chg="mod">
          <ac:chgData name="Alberto Davio" userId="ba6c19c2-0fde-4086-92c6-ba0460e67f4c" providerId="ADAL" clId="{2F4F42F9-3D28-40C1-984D-585CF59CA344}" dt="2024-12-10T10:38:29.703" v="3662" actId="1036"/>
          <ac:spMkLst>
            <pc:docMk/>
            <pc:sldMk cId="1833307729" sldId="2147479295"/>
            <ac:spMk id="60" creationId="{A58FEA1F-59A5-3075-E6C1-DDECCB40EBB2}"/>
          </ac:spMkLst>
        </pc:spChg>
        <pc:spChg chg="mod">
          <ac:chgData name="Alberto Davio" userId="ba6c19c2-0fde-4086-92c6-ba0460e67f4c" providerId="ADAL" clId="{2F4F42F9-3D28-40C1-984D-585CF59CA344}" dt="2024-12-10T10:38:29.703" v="3662" actId="1036"/>
          <ac:spMkLst>
            <pc:docMk/>
            <pc:sldMk cId="1833307729" sldId="2147479295"/>
            <ac:spMk id="61" creationId="{4E3D7526-5C94-D1E0-3D6E-9199DC03BD1D}"/>
          </ac:spMkLst>
        </pc:spChg>
        <pc:spChg chg="del">
          <ac:chgData name="Alberto Davio" userId="ba6c19c2-0fde-4086-92c6-ba0460e67f4c" providerId="ADAL" clId="{2F4F42F9-3D28-40C1-984D-585CF59CA344}" dt="2024-12-10T10:37:18.416" v="3560" actId="478"/>
          <ac:spMkLst>
            <pc:docMk/>
            <pc:sldMk cId="1833307729" sldId="2147479295"/>
            <ac:spMk id="63" creationId="{ECAE97EF-C06C-9705-DD63-C6E3A792F221}"/>
          </ac:spMkLst>
        </pc:spChg>
        <pc:spChg chg="del mod">
          <ac:chgData name="Alberto Davio" userId="ba6c19c2-0fde-4086-92c6-ba0460e67f4c" providerId="ADAL" clId="{2F4F42F9-3D28-40C1-984D-585CF59CA344}" dt="2024-12-10T10:37:18.416" v="3560" actId="478"/>
          <ac:spMkLst>
            <pc:docMk/>
            <pc:sldMk cId="1833307729" sldId="2147479295"/>
            <ac:spMk id="64" creationId="{79BE3EEA-1595-E64D-9C8D-15D6D8CDFE0B}"/>
          </ac:spMkLst>
        </pc:spChg>
        <pc:spChg chg="del">
          <ac:chgData name="Alberto Davio" userId="ba6c19c2-0fde-4086-92c6-ba0460e67f4c" providerId="ADAL" clId="{2F4F42F9-3D28-40C1-984D-585CF59CA344}" dt="2024-12-10T10:37:18.416" v="3560" actId="478"/>
          <ac:spMkLst>
            <pc:docMk/>
            <pc:sldMk cId="1833307729" sldId="2147479295"/>
            <ac:spMk id="65" creationId="{7AD36A66-7613-9D5E-0E0F-53C02F31E7E2}"/>
          </ac:spMkLst>
        </pc:spChg>
        <pc:spChg chg="del">
          <ac:chgData name="Alberto Davio" userId="ba6c19c2-0fde-4086-92c6-ba0460e67f4c" providerId="ADAL" clId="{2F4F42F9-3D28-40C1-984D-585CF59CA344}" dt="2024-12-10T10:37:18.416" v="3560" actId="478"/>
          <ac:spMkLst>
            <pc:docMk/>
            <pc:sldMk cId="1833307729" sldId="2147479295"/>
            <ac:spMk id="66" creationId="{77B9282D-ACA6-F1D7-3F02-80175C74F47C}"/>
          </ac:spMkLst>
        </pc:spChg>
        <pc:grpChg chg="mod">
          <ac:chgData name="Alberto Davio" userId="ba6c19c2-0fde-4086-92c6-ba0460e67f4c" providerId="ADAL" clId="{2F4F42F9-3D28-40C1-984D-585CF59CA344}" dt="2024-12-10T10:38:29.703" v="3662" actId="1036"/>
          <ac:grpSpMkLst>
            <pc:docMk/>
            <pc:sldMk cId="1833307729" sldId="2147479295"/>
            <ac:grpSpMk id="13" creationId="{26BCDA36-E620-6CBC-CC13-A6E4EF631EA6}"/>
          </ac:grpSpMkLst>
        </pc:grpChg>
        <pc:grpChg chg="mod">
          <ac:chgData name="Alberto Davio" userId="ba6c19c2-0fde-4086-92c6-ba0460e67f4c" providerId="ADAL" clId="{2F4F42F9-3D28-40C1-984D-585CF59CA344}" dt="2024-12-10T10:38:29.703" v="3662" actId="1036"/>
          <ac:grpSpMkLst>
            <pc:docMk/>
            <pc:sldMk cId="1833307729" sldId="2147479295"/>
            <ac:grpSpMk id="33" creationId="{BF980ABA-1A80-D900-2EE7-821E43CC4714}"/>
          </ac:grpSpMkLst>
        </pc:grpChg>
        <pc:grpChg chg="mod">
          <ac:chgData name="Alberto Davio" userId="ba6c19c2-0fde-4086-92c6-ba0460e67f4c" providerId="ADAL" clId="{2F4F42F9-3D28-40C1-984D-585CF59CA344}" dt="2024-12-10T10:38:29.703" v="3662" actId="1036"/>
          <ac:grpSpMkLst>
            <pc:docMk/>
            <pc:sldMk cId="1833307729" sldId="2147479295"/>
            <ac:grpSpMk id="34" creationId="{916CF3AB-E8B5-7500-838E-35D6452CA8D7}"/>
          </ac:grpSpMkLst>
        </pc:grpChg>
        <pc:grpChg chg="mod">
          <ac:chgData name="Alberto Davio" userId="ba6c19c2-0fde-4086-92c6-ba0460e67f4c" providerId="ADAL" clId="{2F4F42F9-3D28-40C1-984D-585CF59CA344}" dt="2024-12-10T10:38:29.703" v="3662" actId="1036"/>
          <ac:grpSpMkLst>
            <pc:docMk/>
            <pc:sldMk cId="1833307729" sldId="2147479295"/>
            <ac:grpSpMk id="37" creationId="{220B6DED-71A8-A6D8-A998-8CC993D9EF96}"/>
          </ac:grpSpMkLst>
        </pc:grpChg>
        <pc:grpChg chg="mod">
          <ac:chgData name="Alberto Davio" userId="ba6c19c2-0fde-4086-92c6-ba0460e67f4c" providerId="ADAL" clId="{2F4F42F9-3D28-40C1-984D-585CF59CA344}" dt="2024-12-10T10:38:29.703" v="3662" actId="1036"/>
          <ac:grpSpMkLst>
            <pc:docMk/>
            <pc:sldMk cId="1833307729" sldId="2147479295"/>
            <ac:grpSpMk id="40" creationId="{DF1FDCA7-292F-71BC-D87F-711199E911FE}"/>
          </ac:grpSpMkLst>
        </pc:grpChg>
        <pc:grpChg chg="del">
          <ac:chgData name="Alberto Davio" userId="ba6c19c2-0fde-4086-92c6-ba0460e67f4c" providerId="ADAL" clId="{2F4F42F9-3D28-40C1-984D-585CF59CA344}" dt="2024-12-10T10:37:15.173" v="3559" actId="478"/>
          <ac:grpSpMkLst>
            <pc:docMk/>
            <pc:sldMk cId="1833307729" sldId="2147479295"/>
            <ac:grpSpMk id="68" creationId="{DD8E1A47-96F0-2E3E-F0BC-E2AC62EA5780}"/>
          </ac:grpSpMkLst>
        </pc:grpChg>
        <pc:cxnChg chg="del">
          <ac:chgData name="Alberto Davio" userId="ba6c19c2-0fde-4086-92c6-ba0460e67f4c" providerId="ADAL" clId="{2F4F42F9-3D28-40C1-984D-585CF59CA344}" dt="2024-12-10T10:37:18.416" v="3560" actId="478"/>
          <ac:cxnSpMkLst>
            <pc:docMk/>
            <pc:sldMk cId="1833307729" sldId="2147479295"/>
            <ac:cxnSpMk id="72" creationId="{0245497C-49E5-E9F1-F2D0-CFA6784BB2B0}"/>
          </ac:cxnSpMkLst>
        </pc:cxnChg>
      </pc:sldChg>
      <pc:sldChg chg="addSp modSp mod">
        <pc:chgData name="Alberto Davio" userId="ba6c19c2-0fde-4086-92c6-ba0460e67f4c" providerId="ADAL" clId="{2F4F42F9-3D28-40C1-984D-585CF59CA344}" dt="2024-12-10T10:30:27.444" v="3280" actId="20577"/>
        <pc:sldMkLst>
          <pc:docMk/>
          <pc:sldMk cId="3809967559" sldId="2147479296"/>
        </pc:sldMkLst>
        <pc:spChg chg="add mod">
          <ac:chgData name="Alberto Davio" userId="ba6c19c2-0fde-4086-92c6-ba0460e67f4c" providerId="ADAL" clId="{2F4F42F9-3D28-40C1-984D-585CF59CA344}" dt="2024-12-10T10:29:21.663" v="3273"/>
          <ac:spMkLst>
            <pc:docMk/>
            <pc:sldMk cId="3809967559" sldId="2147479296"/>
            <ac:spMk id="2" creationId="{6C9DB538-87A7-7D71-61C4-1B8537ACF8ED}"/>
          </ac:spMkLst>
        </pc:spChg>
        <pc:spChg chg="add mod">
          <ac:chgData name="Alberto Davio" userId="ba6c19c2-0fde-4086-92c6-ba0460e67f4c" providerId="ADAL" clId="{2F4F42F9-3D28-40C1-984D-585CF59CA344}" dt="2024-11-14T09:58:49.075" v="2437" actId="20577"/>
          <ac:spMkLst>
            <pc:docMk/>
            <pc:sldMk cId="3809967559" sldId="2147479296"/>
            <ac:spMk id="4" creationId="{0745DC84-4469-F5CA-AE88-36ECA3CABCB4}"/>
          </ac:spMkLst>
        </pc:spChg>
        <pc:spChg chg="mod">
          <ac:chgData name="Alberto Davio" userId="ba6c19c2-0fde-4086-92c6-ba0460e67f4c" providerId="ADAL" clId="{2F4F42F9-3D28-40C1-984D-585CF59CA344}" dt="2024-11-14T11:17:53.870" v="3145" actId="20577"/>
          <ac:spMkLst>
            <pc:docMk/>
            <pc:sldMk cId="3809967559" sldId="2147479296"/>
            <ac:spMk id="6" creationId="{D4A45BCC-563A-76AA-E0BB-1830BECBE649}"/>
          </ac:spMkLst>
        </pc:spChg>
        <pc:spChg chg="mod">
          <ac:chgData name="Alberto Davio" userId="ba6c19c2-0fde-4086-92c6-ba0460e67f4c" providerId="ADAL" clId="{2F4F42F9-3D28-40C1-984D-585CF59CA344}" dt="2024-12-10T10:29:00.522" v="3272" actId="14100"/>
          <ac:spMkLst>
            <pc:docMk/>
            <pc:sldMk cId="3809967559" sldId="2147479296"/>
            <ac:spMk id="8" creationId="{4B363C9D-3FCB-1F09-AC38-8506AF8E1586}"/>
          </ac:spMkLst>
        </pc:spChg>
        <pc:spChg chg="add mod">
          <ac:chgData name="Alberto Davio" userId="ba6c19c2-0fde-4086-92c6-ba0460e67f4c" providerId="ADAL" clId="{2F4F42F9-3D28-40C1-984D-585CF59CA344}" dt="2024-11-14T09:59:51.759" v="2491" actId="20577"/>
          <ac:spMkLst>
            <pc:docMk/>
            <pc:sldMk cId="3809967559" sldId="2147479296"/>
            <ac:spMk id="10" creationId="{5EB0B0E4-DEBE-4E8B-3005-791EE5B2AEBC}"/>
          </ac:spMkLst>
        </pc:spChg>
        <pc:spChg chg="add mod">
          <ac:chgData name="Alberto Davio" userId="ba6c19c2-0fde-4086-92c6-ba0460e67f4c" providerId="ADAL" clId="{2F4F42F9-3D28-40C1-984D-585CF59CA344}" dt="2024-12-10T10:29:37.995" v="3274"/>
          <ac:spMkLst>
            <pc:docMk/>
            <pc:sldMk cId="3809967559" sldId="2147479296"/>
            <ac:spMk id="13" creationId="{520E5A50-E236-2735-4E7C-0FC4015E7234}"/>
          </ac:spMkLst>
        </pc:spChg>
        <pc:spChg chg="add mod">
          <ac:chgData name="Alberto Davio" userId="ba6c19c2-0fde-4086-92c6-ba0460e67f4c" providerId="ADAL" clId="{2F4F42F9-3D28-40C1-984D-585CF59CA344}" dt="2024-12-10T10:28:55.777" v="3271"/>
          <ac:spMkLst>
            <pc:docMk/>
            <pc:sldMk cId="3809967559" sldId="2147479296"/>
            <ac:spMk id="17" creationId="{3D9A71D7-E7A8-14C1-558D-457E6C61E5B3}"/>
          </ac:spMkLst>
        </pc:spChg>
        <pc:spChg chg="mod">
          <ac:chgData name="Alberto Davio" userId="ba6c19c2-0fde-4086-92c6-ba0460e67f4c" providerId="ADAL" clId="{2F4F42F9-3D28-40C1-984D-585CF59CA344}" dt="2024-12-10T10:28:11.996" v="3195"/>
          <ac:spMkLst>
            <pc:docMk/>
            <pc:sldMk cId="3809967559" sldId="2147479296"/>
            <ac:spMk id="23" creationId="{3D71DEFD-00FC-DB69-D32F-E283BF841942}"/>
          </ac:spMkLst>
        </pc:spChg>
        <pc:spChg chg="mod">
          <ac:chgData name="Alberto Davio" userId="ba6c19c2-0fde-4086-92c6-ba0460e67f4c" providerId="ADAL" clId="{2F4F42F9-3D28-40C1-984D-585CF59CA344}" dt="2024-12-10T10:29:40.618" v="3276" actId="20577"/>
          <ac:spMkLst>
            <pc:docMk/>
            <pc:sldMk cId="3809967559" sldId="2147479296"/>
            <ac:spMk id="24" creationId="{44F64844-DED9-D8F0-ACD5-96C2800C6937}"/>
          </ac:spMkLst>
        </pc:spChg>
        <pc:spChg chg="mod">
          <ac:chgData name="Alberto Davio" userId="ba6c19c2-0fde-4086-92c6-ba0460e67f4c" providerId="ADAL" clId="{2F4F42F9-3D28-40C1-984D-585CF59CA344}" dt="2024-12-10T10:30:27.444" v="3280" actId="20577"/>
          <ac:spMkLst>
            <pc:docMk/>
            <pc:sldMk cId="3809967559" sldId="2147479296"/>
            <ac:spMk id="39" creationId="{9587A268-702B-19D2-8A96-7DC5A6F1FD59}"/>
          </ac:spMkLst>
        </pc:spChg>
        <pc:spChg chg="mod">
          <ac:chgData name="Alberto Davio" userId="ba6c19c2-0fde-4086-92c6-ba0460e67f4c" providerId="ADAL" clId="{2F4F42F9-3D28-40C1-984D-585CF59CA344}" dt="2024-11-14T11:17:29.993" v="3133" actId="20577"/>
          <ac:spMkLst>
            <pc:docMk/>
            <pc:sldMk cId="3809967559" sldId="2147479296"/>
            <ac:spMk id="60" creationId="{A58FEA1F-59A5-3075-E6C1-DDECCB40EBB2}"/>
          </ac:spMkLst>
        </pc:spChg>
        <pc:grpChg chg="add mod">
          <ac:chgData name="Alberto Davio" userId="ba6c19c2-0fde-4086-92c6-ba0460e67f4c" providerId="ADAL" clId="{2F4F42F9-3D28-40C1-984D-585CF59CA344}" dt="2024-12-10T10:28:19.045" v="3269" actId="1036"/>
          <ac:grpSpMkLst>
            <pc:docMk/>
            <pc:sldMk cId="3809967559" sldId="2147479296"/>
            <ac:grpSpMk id="22" creationId="{0433C15B-28CE-D016-0620-4895D526F4DB}"/>
          </ac:grpSpMkLst>
        </pc:grpChg>
      </pc:sldChg>
      <pc:sldChg chg="modSp add mod">
        <pc:chgData name="Alberto Davio" userId="ba6c19c2-0fde-4086-92c6-ba0460e67f4c" providerId="ADAL" clId="{2F4F42F9-3D28-40C1-984D-585CF59CA344}" dt="2024-12-10T11:37:15.232" v="4670" actId="20577"/>
        <pc:sldMkLst>
          <pc:docMk/>
          <pc:sldMk cId="1125859612" sldId="2147479297"/>
        </pc:sldMkLst>
        <pc:spChg chg="mod">
          <ac:chgData name="Alberto Davio" userId="ba6c19c2-0fde-4086-92c6-ba0460e67f4c" providerId="ADAL" clId="{2F4F42F9-3D28-40C1-984D-585CF59CA344}" dt="2024-11-19T13:44:01.984" v="3149"/>
          <ac:spMkLst>
            <pc:docMk/>
            <pc:sldMk cId="1125859612" sldId="2147479297"/>
            <ac:spMk id="2" creationId="{6732C468-83A1-4A2C-01F2-C18D934F41B3}"/>
          </ac:spMkLst>
        </pc:spChg>
        <pc:spChg chg="mod">
          <ac:chgData name="Alberto Davio" userId="ba6c19c2-0fde-4086-92c6-ba0460e67f4c" providerId="ADAL" clId="{2F4F42F9-3D28-40C1-984D-585CF59CA344}" dt="2024-11-19T13:44:08.072" v="3150"/>
          <ac:spMkLst>
            <pc:docMk/>
            <pc:sldMk cId="1125859612" sldId="2147479297"/>
            <ac:spMk id="5" creationId="{F9527203-9400-AD66-EF38-39A03E72B8A6}"/>
          </ac:spMkLst>
        </pc:spChg>
        <pc:spChg chg="mod">
          <ac:chgData name="Alberto Davio" userId="ba6c19c2-0fde-4086-92c6-ba0460e67f4c" providerId="ADAL" clId="{2F4F42F9-3D28-40C1-984D-585CF59CA344}" dt="2024-12-10T11:37:15.232" v="4670" actId="20577"/>
          <ac:spMkLst>
            <pc:docMk/>
            <pc:sldMk cId="1125859612" sldId="2147479297"/>
            <ac:spMk id="14" creationId="{7AFA600F-3352-1D9C-68DB-C7C989B4E182}"/>
          </ac:spMkLst>
        </pc:spChg>
        <pc:spChg chg="mod">
          <ac:chgData name="Alberto Davio" userId="ba6c19c2-0fde-4086-92c6-ba0460e67f4c" providerId="ADAL" clId="{2F4F42F9-3D28-40C1-984D-585CF59CA344}" dt="2024-11-19T13:43:51.352" v="3147"/>
          <ac:spMkLst>
            <pc:docMk/>
            <pc:sldMk cId="1125859612" sldId="2147479297"/>
            <ac:spMk id="19" creationId="{35431697-49CA-7B47-E6A0-7DC27CE38A60}"/>
          </ac:spMkLst>
        </pc:spChg>
        <pc:spChg chg="mod">
          <ac:chgData name="Alberto Davio" userId="ba6c19c2-0fde-4086-92c6-ba0460e67f4c" providerId="ADAL" clId="{2F4F42F9-3D28-40C1-984D-585CF59CA344}" dt="2024-11-19T13:43:57.671" v="3148"/>
          <ac:spMkLst>
            <pc:docMk/>
            <pc:sldMk cId="1125859612" sldId="2147479297"/>
            <ac:spMk id="20" creationId="{DD1D07C7-425C-6575-DE14-4D9DCBD3D955}"/>
          </ac:spMkLst>
        </pc:spChg>
      </pc:sldChg>
      <pc:sldChg chg="addSp delSp modSp add mod">
        <pc:chgData name="Alberto Davio" userId="ba6c19c2-0fde-4086-92c6-ba0460e67f4c" providerId="ADAL" clId="{2F4F42F9-3D28-40C1-984D-585CF59CA344}" dt="2024-12-10T11:11:16.239" v="4612" actId="1036"/>
        <pc:sldMkLst>
          <pc:docMk/>
          <pc:sldMk cId="1127777472" sldId="2147479298"/>
        </pc:sldMkLst>
        <pc:spChg chg="del">
          <ac:chgData name="Alberto Davio" userId="ba6c19c2-0fde-4086-92c6-ba0460e67f4c" providerId="ADAL" clId="{2F4F42F9-3D28-40C1-984D-585CF59CA344}" dt="2024-12-10T10:35:34.811" v="3428" actId="478"/>
          <ac:spMkLst>
            <pc:docMk/>
            <pc:sldMk cId="1127777472" sldId="2147479298"/>
            <ac:spMk id="2" creationId="{B36D0CFF-FAE1-7FEC-4558-2CB11E05AAF9}"/>
          </ac:spMkLst>
        </pc:spChg>
        <pc:spChg chg="del">
          <ac:chgData name="Alberto Davio" userId="ba6c19c2-0fde-4086-92c6-ba0460e67f4c" providerId="ADAL" clId="{2F4F42F9-3D28-40C1-984D-585CF59CA344}" dt="2024-12-10T10:35:34.811" v="3428" actId="478"/>
          <ac:spMkLst>
            <pc:docMk/>
            <pc:sldMk cId="1127777472" sldId="2147479298"/>
            <ac:spMk id="4" creationId="{9BF5E507-3E3D-ED04-9962-5D18647A7C96}"/>
          </ac:spMkLst>
        </pc:spChg>
        <pc:spChg chg="add mod">
          <ac:chgData name="Alberto Davio" userId="ba6c19c2-0fde-4086-92c6-ba0460e67f4c" providerId="ADAL" clId="{2F4F42F9-3D28-40C1-984D-585CF59CA344}" dt="2024-12-10T10:55:28.620" v="4138" actId="1035"/>
          <ac:spMkLst>
            <pc:docMk/>
            <pc:sldMk cId="1127777472" sldId="2147479298"/>
            <ac:spMk id="5" creationId="{93DA6AF9-2369-855B-8885-CC1DA3323354}"/>
          </ac:spMkLst>
        </pc:spChg>
        <pc:spChg chg="add mod">
          <ac:chgData name="Alberto Davio" userId="ba6c19c2-0fde-4086-92c6-ba0460e67f4c" providerId="ADAL" clId="{2F4F42F9-3D28-40C1-984D-585CF59CA344}" dt="2024-12-10T10:55:28.620" v="4138" actId="1035"/>
          <ac:spMkLst>
            <pc:docMk/>
            <pc:sldMk cId="1127777472" sldId="2147479298"/>
            <ac:spMk id="6" creationId="{72E0DE6B-E23B-120A-A124-48A9B388874F}"/>
          </ac:spMkLst>
        </pc:spChg>
        <pc:spChg chg="mod">
          <ac:chgData name="Alberto Davio" userId="ba6c19c2-0fde-4086-92c6-ba0460e67f4c" providerId="ADAL" clId="{2F4F42F9-3D28-40C1-984D-585CF59CA344}" dt="2024-12-10T10:58:39.390" v="4318" actId="14100"/>
          <ac:spMkLst>
            <pc:docMk/>
            <pc:sldMk cId="1127777472" sldId="2147479298"/>
            <ac:spMk id="8" creationId="{9B964EF9-26A3-0FFE-EF64-1C6072E43B47}"/>
          </ac:spMkLst>
        </pc:spChg>
        <pc:spChg chg="add mod">
          <ac:chgData name="Alberto Davio" userId="ba6c19c2-0fde-4086-92c6-ba0460e67f4c" providerId="ADAL" clId="{2F4F42F9-3D28-40C1-984D-585CF59CA344}" dt="2024-12-10T10:55:22.705" v="4129" actId="14100"/>
          <ac:spMkLst>
            <pc:docMk/>
            <pc:sldMk cId="1127777472" sldId="2147479298"/>
            <ac:spMk id="10" creationId="{44E6EB2A-EA04-7A67-2B14-40760558C63D}"/>
          </ac:spMkLst>
        </pc:spChg>
        <pc:spChg chg="add mod">
          <ac:chgData name="Alberto Davio" userId="ba6c19c2-0fde-4086-92c6-ba0460e67f4c" providerId="ADAL" clId="{2F4F42F9-3D28-40C1-984D-585CF59CA344}" dt="2024-12-10T10:55:28.620" v="4138" actId="1035"/>
          <ac:spMkLst>
            <pc:docMk/>
            <pc:sldMk cId="1127777472" sldId="2147479298"/>
            <ac:spMk id="11" creationId="{9D9A0971-3663-312C-4CFE-8101F13F1CD4}"/>
          </ac:spMkLst>
        </pc:spChg>
        <pc:spChg chg="del">
          <ac:chgData name="Alberto Davio" userId="ba6c19c2-0fde-4086-92c6-ba0460e67f4c" providerId="ADAL" clId="{2F4F42F9-3D28-40C1-984D-585CF59CA344}" dt="2024-12-10T10:33:00.627" v="3285" actId="478"/>
          <ac:spMkLst>
            <pc:docMk/>
            <pc:sldMk cId="1127777472" sldId="2147479298"/>
            <ac:spMk id="13" creationId="{E2122869-D284-5918-07BA-C84D45828760}"/>
          </ac:spMkLst>
        </pc:spChg>
        <pc:spChg chg="mod">
          <ac:chgData name="Alberto Davio" userId="ba6c19c2-0fde-4086-92c6-ba0460e67f4c" providerId="ADAL" clId="{2F4F42F9-3D28-40C1-984D-585CF59CA344}" dt="2024-12-10T10:36:55.649" v="3470"/>
          <ac:spMkLst>
            <pc:docMk/>
            <pc:sldMk cId="1127777472" sldId="2147479298"/>
            <ac:spMk id="15" creationId="{2BAFCF98-3E2D-14B1-B1F9-0155AAA35B45}"/>
          </ac:spMkLst>
        </pc:spChg>
        <pc:spChg chg="mod">
          <ac:chgData name="Alberto Davio" userId="ba6c19c2-0fde-4086-92c6-ba0460e67f4c" providerId="ADAL" clId="{2F4F42F9-3D28-40C1-984D-585CF59CA344}" dt="2024-12-10T10:36:55.649" v="3470"/>
          <ac:spMkLst>
            <pc:docMk/>
            <pc:sldMk cId="1127777472" sldId="2147479298"/>
            <ac:spMk id="16" creationId="{B3DC4BCA-B49D-739E-D4F6-F7F5598F558A}"/>
          </ac:spMkLst>
        </pc:spChg>
        <pc:spChg chg="del">
          <ac:chgData name="Alberto Davio" userId="ba6c19c2-0fde-4086-92c6-ba0460e67f4c" providerId="ADAL" clId="{2F4F42F9-3D28-40C1-984D-585CF59CA344}" dt="2024-12-10T10:35:34.811" v="3428" actId="478"/>
          <ac:spMkLst>
            <pc:docMk/>
            <pc:sldMk cId="1127777472" sldId="2147479298"/>
            <ac:spMk id="17" creationId="{8FF63419-956D-FC4E-359B-EFDEF612731F}"/>
          </ac:spMkLst>
        </pc:spChg>
        <pc:spChg chg="del">
          <ac:chgData name="Alberto Davio" userId="ba6c19c2-0fde-4086-92c6-ba0460e67f4c" providerId="ADAL" clId="{2F4F42F9-3D28-40C1-984D-585CF59CA344}" dt="2024-12-10T10:35:34.811" v="3428" actId="478"/>
          <ac:spMkLst>
            <pc:docMk/>
            <pc:sldMk cId="1127777472" sldId="2147479298"/>
            <ac:spMk id="18" creationId="{809E5B17-9525-4190-D4A3-3F5B5FBF2CF2}"/>
          </ac:spMkLst>
        </pc:spChg>
        <pc:spChg chg="del">
          <ac:chgData name="Alberto Davio" userId="ba6c19c2-0fde-4086-92c6-ba0460e67f4c" providerId="ADAL" clId="{2F4F42F9-3D28-40C1-984D-585CF59CA344}" dt="2024-12-10T10:35:34.811" v="3428" actId="478"/>
          <ac:spMkLst>
            <pc:docMk/>
            <pc:sldMk cId="1127777472" sldId="2147479298"/>
            <ac:spMk id="19" creationId="{A8FA26B1-BF4B-A0FB-C15F-D7B67235BB54}"/>
          </ac:spMkLst>
        </pc:spChg>
        <pc:spChg chg="del">
          <ac:chgData name="Alberto Davio" userId="ba6c19c2-0fde-4086-92c6-ba0460e67f4c" providerId="ADAL" clId="{2F4F42F9-3D28-40C1-984D-585CF59CA344}" dt="2024-12-10T10:35:34.811" v="3428" actId="478"/>
          <ac:spMkLst>
            <pc:docMk/>
            <pc:sldMk cId="1127777472" sldId="2147479298"/>
            <ac:spMk id="21" creationId="{3F83536A-43FB-8359-2405-53FBA3C8A129}"/>
          </ac:spMkLst>
        </pc:spChg>
        <pc:spChg chg="del">
          <ac:chgData name="Alberto Davio" userId="ba6c19c2-0fde-4086-92c6-ba0460e67f4c" providerId="ADAL" clId="{2F4F42F9-3D28-40C1-984D-585CF59CA344}" dt="2024-12-10T10:35:34.811" v="3428" actId="478"/>
          <ac:spMkLst>
            <pc:docMk/>
            <pc:sldMk cId="1127777472" sldId="2147479298"/>
            <ac:spMk id="22" creationId="{538CB53D-069A-5468-CB35-ABBC895EC7F3}"/>
          </ac:spMkLst>
        </pc:spChg>
        <pc:spChg chg="del">
          <ac:chgData name="Alberto Davio" userId="ba6c19c2-0fde-4086-92c6-ba0460e67f4c" providerId="ADAL" clId="{2F4F42F9-3D28-40C1-984D-585CF59CA344}" dt="2024-12-10T10:35:34.811" v="3428" actId="478"/>
          <ac:spMkLst>
            <pc:docMk/>
            <pc:sldMk cId="1127777472" sldId="2147479298"/>
            <ac:spMk id="23" creationId="{67848F9C-2130-11DA-BEDC-E903132E7070}"/>
          </ac:spMkLst>
        </pc:spChg>
        <pc:spChg chg="del">
          <ac:chgData name="Alberto Davio" userId="ba6c19c2-0fde-4086-92c6-ba0460e67f4c" providerId="ADAL" clId="{2F4F42F9-3D28-40C1-984D-585CF59CA344}" dt="2024-12-10T10:35:34.811" v="3428" actId="478"/>
          <ac:spMkLst>
            <pc:docMk/>
            <pc:sldMk cId="1127777472" sldId="2147479298"/>
            <ac:spMk id="25" creationId="{8BFB8D51-4444-24BD-9CDE-0E77E4375740}"/>
          </ac:spMkLst>
        </pc:spChg>
        <pc:spChg chg="del">
          <ac:chgData name="Alberto Davio" userId="ba6c19c2-0fde-4086-92c6-ba0460e67f4c" providerId="ADAL" clId="{2F4F42F9-3D28-40C1-984D-585CF59CA344}" dt="2024-12-10T10:35:34.811" v="3428" actId="478"/>
          <ac:spMkLst>
            <pc:docMk/>
            <pc:sldMk cId="1127777472" sldId="2147479298"/>
            <ac:spMk id="26" creationId="{25EA9790-B4E5-B58A-7E5F-22F053F3F1EB}"/>
          </ac:spMkLst>
        </pc:spChg>
        <pc:spChg chg="mod">
          <ac:chgData name="Alberto Davio" userId="ba6c19c2-0fde-4086-92c6-ba0460e67f4c" providerId="ADAL" clId="{2F4F42F9-3D28-40C1-984D-585CF59CA344}" dt="2024-12-10T10:56:30.629" v="4255"/>
          <ac:spMkLst>
            <pc:docMk/>
            <pc:sldMk cId="1127777472" sldId="2147479298"/>
            <ac:spMk id="27" creationId="{9F52F057-3021-ECF8-E223-252828E8E006}"/>
          </ac:spMkLst>
        </pc:spChg>
        <pc:spChg chg="del">
          <ac:chgData name="Alberto Davio" userId="ba6c19c2-0fde-4086-92c6-ba0460e67f4c" providerId="ADAL" clId="{2F4F42F9-3D28-40C1-984D-585CF59CA344}" dt="2024-12-10T10:35:34.811" v="3428" actId="478"/>
          <ac:spMkLst>
            <pc:docMk/>
            <pc:sldMk cId="1127777472" sldId="2147479298"/>
            <ac:spMk id="28" creationId="{538D2E03-302B-23FA-F77B-F972237A88DD}"/>
          </ac:spMkLst>
        </pc:spChg>
        <pc:spChg chg="mod">
          <ac:chgData name="Alberto Davio" userId="ba6c19c2-0fde-4086-92c6-ba0460e67f4c" providerId="ADAL" clId="{2F4F42F9-3D28-40C1-984D-585CF59CA344}" dt="2024-12-10T10:56:43.190" v="4258" actId="20577"/>
          <ac:spMkLst>
            <pc:docMk/>
            <pc:sldMk cId="1127777472" sldId="2147479298"/>
            <ac:spMk id="29" creationId="{C36ABBBE-BC99-352A-EDD8-409CF9C3F164}"/>
          </ac:spMkLst>
        </pc:spChg>
        <pc:spChg chg="del">
          <ac:chgData name="Alberto Davio" userId="ba6c19c2-0fde-4086-92c6-ba0460e67f4c" providerId="ADAL" clId="{2F4F42F9-3D28-40C1-984D-585CF59CA344}" dt="2024-12-10T10:35:34.811" v="3428" actId="478"/>
          <ac:spMkLst>
            <pc:docMk/>
            <pc:sldMk cId="1127777472" sldId="2147479298"/>
            <ac:spMk id="30" creationId="{1A65BF70-F06D-A620-E063-5362B6038D3E}"/>
          </ac:spMkLst>
        </pc:spChg>
        <pc:spChg chg="del">
          <ac:chgData name="Alberto Davio" userId="ba6c19c2-0fde-4086-92c6-ba0460e67f4c" providerId="ADAL" clId="{2F4F42F9-3D28-40C1-984D-585CF59CA344}" dt="2024-12-10T10:35:34.811" v="3428" actId="478"/>
          <ac:spMkLst>
            <pc:docMk/>
            <pc:sldMk cId="1127777472" sldId="2147479298"/>
            <ac:spMk id="31" creationId="{8A7A473E-AB39-6010-0145-4B9F9F4D1C52}"/>
          </ac:spMkLst>
        </pc:spChg>
        <pc:spChg chg="mod">
          <ac:chgData name="Alberto Davio" userId="ba6c19c2-0fde-4086-92c6-ba0460e67f4c" providerId="ADAL" clId="{2F4F42F9-3D28-40C1-984D-585CF59CA344}" dt="2024-12-10T10:57:08.441" v="4268"/>
          <ac:spMkLst>
            <pc:docMk/>
            <pc:sldMk cId="1127777472" sldId="2147479298"/>
            <ac:spMk id="36" creationId="{7DFA30AA-9207-85B8-40AE-2692FC608AA7}"/>
          </ac:spMkLst>
        </pc:spChg>
        <pc:spChg chg="mod">
          <ac:chgData name="Alberto Davio" userId="ba6c19c2-0fde-4086-92c6-ba0460e67f4c" providerId="ADAL" clId="{2F4F42F9-3D28-40C1-984D-585CF59CA344}" dt="2024-12-10T10:57:16.966" v="4271" actId="20577"/>
          <ac:spMkLst>
            <pc:docMk/>
            <pc:sldMk cId="1127777472" sldId="2147479298"/>
            <ac:spMk id="43" creationId="{EE5FD4D3-FD2F-2DEE-E546-B5FC54CDD816}"/>
          </ac:spMkLst>
        </pc:spChg>
        <pc:spChg chg="mod">
          <ac:chgData name="Alberto Davio" userId="ba6c19c2-0fde-4086-92c6-ba0460e67f4c" providerId="ADAL" clId="{2F4F42F9-3D28-40C1-984D-585CF59CA344}" dt="2024-12-10T10:58:02.347" v="4294"/>
          <ac:spMkLst>
            <pc:docMk/>
            <pc:sldMk cId="1127777472" sldId="2147479298"/>
            <ac:spMk id="45" creationId="{63A3DACD-6AF1-B548-BE8F-15881919BA17}"/>
          </ac:spMkLst>
        </pc:spChg>
        <pc:spChg chg="mod">
          <ac:chgData name="Alberto Davio" userId="ba6c19c2-0fde-4086-92c6-ba0460e67f4c" providerId="ADAL" clId="{2F4F42F9-3D28-40C1-984D-585CF59CA344}" dt="2024-12-10T11:06:29.098" v="4400" actId="20577"/>
          <ac:spMkLst>
            <pc:docMk/>
            <pc:sldMk cId="1127777472" sldId="2147479298"/>
            <ac:spMk id="50" creationId="{5D75C839-3B1C-AF73-ABEB-1602EA92D15E}"/>
          </ac:spMkLst>
        </pc:spChg>
        <pc:spChg chg="mod">
          <ac:chgData name="Alberto Davio" userId="ba6c19c2-0fde-4086-92c6-ba0460e67f4c" providerId="ADAL" clId="{2F4F42F9-3D28-40C1-984D-585CF59CA344}" dt="2024-12-10T11:10:41.546" v="4552" actId="1035"/>
          <ac:spMkLst>
            <pc:docMk/>
            <pc:sldMk cId="1127777472" sldId="2147479298"/>
            <ac:spMk id="57" creationId="{89CC9B5F-C263-0D09-0EA9-DB581BB3EF3F}"/>
          </ac:spMkLst>
        </pc:spChg>
        <pc:spChg chg="mod">
          <ac:chgData name="Alberto Davio" userId="ba6c19c2-0fde-4086-92c6-ba0460e67f4c" providerId="ADAL" clId="{2F4F42F9-3D28-40C1-984D-585CF59CA344}" dt="2024-12-10T11:11:08.827" v="4610" actId="1035"/>
          <ac:spMkLst>
            <pc:docMk/>
            <pc:sldMk cId="1127777472" sldId="2147479298"/>
            <ac:spMk id="58" creationId="{81CD4A64-60ED-EDC3-0AC0-1454F05F11C4}"/>
          </ac:spMkLst>
        </pc:spChg>
        <pc:spChg chg="mod">
          <ac:chgData name="Alberto Davio" userId="ba6c19c2-0fde-4086-92c6-ba0460e67f4c" providerId="ADAL" clId="{2F4F42F9-3D28-40C1-984D-585CF59CA344}" dt="2024-12-10T11:10:45.208" v="4553" actId="14100"/>
          <ac:spMkLst>
            <pc:docMk/>
            <pc:sldMk cId="1127777472" sldId="2147479298"/>
            <ac:spMk id="59" creationId="{92BA907F-0DB8-FE28-0665-41F875DC7624}"/>
          </ac:spMkLst>
        </pc:spChg>
        <pc:spChg chg="mod">
          <ac:chgData name="Alberto Davio" userId="ba6c19c2-0fde-4086-92c6-ba0460e67f4c" providerId="ADAL" clId="{2F4F42F9-3D28-40C1-984D-585CF59CA344}" dt="2024-12-10T11:10:45.208" v="4553" actId="14100"/>
          <ac:spMkLst>
            <pc:docMk/>
            <pc:sldMk cId="1127777472" sldId="2147479298"/>
            <ac:spMk id="60" creationId="{B8970C18-7AFA-0B41-2AAF-AA779811ABD5}"/>
          </ac:spMkLst>
        </pc:spChg>
        <pc:spChg chg="mod">
          <ac:chgData name="Alberto Davio" userId="ba6c19c2-0fde-4086-92c6-ba0460e67f4c" providerId="ADAL" clId="{2F4F42F9-3D28-40C1-984D-585CF59CA344}" dt="2024-12-10T10:58:36.859" v="4317" actId="14100"/>
          <ac:spMkLst>
            <pc:docMk/>
            <pc:sldMk cId="1127777472" sldId="2147479298"/>
            <ac:spMk id="61" creationId="{73F44FD0-7484-90B9-3A9F-CF022B669CA3}"/>
          </ac:spMkLst>
        </pc:spChg>
        <pc:spChg chg="mod">
          <ac:chgData name="Alberto Davio" userId="ba6c19c2-0fde-4086-92c6-ba0460e67f4c" providerId="ADAL" clId="{2F4F42F9-3D28-40C1-984D-585CF59CA344}" dt="2024-12-10T10:44:21.647" v="3781" actId="20577"/>
          <ac:spMkLst>
            <pc:docMk/>
            <pc:sldMk cId="1127777472" sldId="2147479298"/>
            <ac:spMk id="65" creationId="{2FF3DFB8-0302-CA5A-8498-10E684098370}"/>
          </ac:spMkLst>
        </pc:spChg>
        <pc:grpChg chg="add mod">
          <ac:chgData name="Alberto Davio" userId="ba6c19c2-0fde-4086-92c6-ba0460e67f4c" providerId="ADAL" clId="{2F4F42F9-3D28-40C1-984D-585CF59CA344}" dt="2024-12-10T10:55:28.620" v="4138" actId="1035"/>
          <ac:grpSpMkLst>
            <pc:docMk/>
            <pc:sldMk cId="1127777472" sldId="2147479298"/>
            <ac:grpSpMk id="14" creationId="{A4D56499-0E41-3351-EA53-16397887A9B3}"/>
          </ac:grpSpMkLst>
        </pc:grpChg>
        <pc:grpChg chg="add mod">
          <ac:chgData name="Alberto Davio" userId="ba6c19c2-0fde-4086-92c6-ba0460e67f4c" providerId="ADAL" clId="{2F4F42F9-3D28-40C1-984D-585CF59CA344}" dt="2024-12-10T11:10:53.032" v="4572" actId="1035"/>
          <ac:grpSpMkLst>
            <pc:docMk/>
            <pc:sldMk cId="1127777472" sldId="2147479298"/>
            <ac:grpSpMk id="24" creationId="{66692E89-87B6-0B5D-BE34-E6C8E9C6B963}"/>
          </ac:grpSpMkLst>
        </pc:grpChg>
        <pc:grpChg chg="del">
          <ac:chgData name="Alberto Davio" userId="ba6c19c2-0fde-4086-92c6-ba0460e67f4c" providerId="ADAL" clId="{2F4F42F9-3D28-40C1-984D-585CF59CA344}" dt="2024-12-10T10:35:34.811" v="3428" actId="478"/>
          <ac:grpSpMkLst>
            <pc:docMk/>
            <pc:sldMk cId="1127777472" sldId="2147479298"/>
            <ac:grpSpMk id="32" creationId="{84F7D85B-FA69-30BB-67B1-F7723A6DE88E}"/>
          </ac:grpSpMkLst>
        </pc:grpChg>
        <pc:grpChg chg="add mod">
          <ac:chgData name="Alberto Davio" userId="ba6c19c2-0fde-4086-92c6-ba0460e67f4c" providerId="ADAL" clId="{2F4F42F9-3D28-40C1-984D-585CF59CA344}" dt="2024-12-10T11:10:57.377" v="4584" actId="1035"/>
          <ac:grpSpMkLst>
            <pc:docMk/>
            <pc:sldMk cId="1127777472" sldId="2147479298"/>
            <ac:grpSpMk id="35" creationId="{44D40783-F25F-5F72-6CCC-535B15684CAB}"/>
          </ac:grpSpMkLst>
        </pc:grpChg>
        <pc:grpChg chg="add mod">
          <ac:chgData name="Alberto Davio" userId="ba6c19c2-0fde-4086-92c6-ba0460e67f4c" providerId="ADAL" clId="{2F4F42F9-3D28-40C1-984D-585CF59CA344}" dt="2024-12-10T11:10:49.782" v="4565" actId="1035"/>
          <ac:grpSpMkLst>
            <pc:docMk/>
            <pc:sldMk cId="1127777472" sldId="2147479298"/>
            <ac:grpSpMk id="44" creationId="{6D4F8F56-CA2C-7324-DA28-ADEA4BAC1507}"/>
          </ac:grpSpMkLst>
        </pc:grpChg>
        <pc:grpChg chg="mod">
          <ac:chgData name="Alberto Davio" userId="ba6c19c2-0fde-4086-92c6-ba0460e67f4c" providerId="ADAL" clId="{2F4F42F9-3D28-40C1-984D-585CF59CA344}" dt="2024-12-10T11:11:01.477" v="4592" actId="1036"/>
          <ac:grpSpMkLst>
            <pc:docMk/>
            <pc:sldMk cId="1127777472" sldId="2147479298"/>
            <ac:grpSpMk id="46" creationId="{C689D6F0-24E2-B291-39D5-FAD86FCC7F10}"/>
          </ac:grpSpMkLst>
        </pc:grpChg>
        <pc:grpChg chg="mod">
          <ac:chgData name="Alberto Davio" userId="ba6c19c2-0fde-4086-92c6-ba0460e67f4c" providerId="ADAL" clId="{2F4F42F9-3D28-40C1-984D-585CF59CA344}" dt="2024-12-10T11:11:16.239" v="4612" actId="1036"/>
          <ac:grpSpMkLst>
            <pc:docMk/>
            <pc:sldMk cId="1127777472" sldId="2147479298"/>
            <ac:grpSpMk id="49" creationId="{C1324A45-C0C1-EA8E-5134-C795C42ABB54}"/>
          </ac:grpSpMkLst>
        </pc:grpChg>
        <pc:grpChg chg="del">
          <ac:chgData name="Alberto Davio" userId="ba6c19c2-0fde-4086-92c6-ba0460e67f4c" providerId="ADAL" clId="{2F4F42F9-3D28-40C1-984D-585CF59CA344}" dt="2024-12-10T10:35:34.811" v="3428" actId="478"/>
          <ac:grpSpMkLst>
            <pc:docMk/>
            <pc:sldMk cId="1127777472" sldId="2147479298"/>
            <ac:grpSpMk id="84" creationId="{D38043CF-AF1D-47A5-7A2A-CBA914948133}"/>
          </ac:grpSpMkLst>
        </pc:grpChg>
        <pc:grpChg chg="del">
          <ac:chgData name="Alberto Davio" userId="ba6c19c2-0fde-4086-92c6-ba0460e67f4c" providerId="ADAL" clId="{2F4F42F9-3D28-40C1-984D-585CF59CA344}" dt="2024-12-10T10:35:34.811" v="3428" actId="478"/>
          <ac:grpSpMkLst>
            <pc:docMk/>
            <pc:sldMk cId="1127777472" sldId="2147479298"/>
            <ac:grpSpMk id="87" creationId="{1744FCD7-E3A6-E841-DF11-121E71414475}"/>
          </ac:grpSpMkLst>
        </pc:grpChg>
        <pc:grpChg chg="del">
          <ac:chgData name="Alberto Davio" userId="ba6c19c2-0fde-4086-92c6-ba0460e67f4c" providerId="ADAL" clId="{2F4F42F9-3D28-40C1-984D-585CF59CA344}" dt="2024-12-10T10:35:34.811" v="3428" actId="478"/>
          <ac:grpSpMkLst>
            <pc:docMk/>
            <pc:sldMk cId="1127777472" sldId="2147479298"/>
            <ac:grpSpMk id="99" creationId="{1C7260EE-9A1D-2D98-E3BB-42F231886F08}"/>
          </ac:grpSpMkLst>
        </pc:grpChg>
        <pc:grpChg chg="del">
          <ac:chgData name="Alberto Davio" userId="ba6c19c2-0fde-4086-92c6-ba0460e67f4c" providerId="ADAL" clId="{2F4F42F9-3D28-40C1-984D-585CF59CA344}" dt="2024-12-10T10:35:34.811" v="3428" actId="478"/>
          <ac:grpSpMkLst>
            <pc:docMk/>
            <pc:sldMk cId="1127777472" sldId="2147479298"/>
            <ac:grpSpMk id="102" creationId="{BF4A5F55-5827-1214-C1D5-B0000DBF96F0}"/>
          </ac:grpSpMkLst>
        </pc:grpChg>
        <pc:cxnChg chg="add del mod">
          <ac:chgData name="Alberto Davio" userId="ba6c19c2-0fde-4086-92c6-ba0460e67f4c" providerId="ADAL" clId="{2F4F42F9-3D28-40C1-984D-585CF59CA344}" dt="2024-12-10T10:37:09.576" v="3558" actId="478"/>
          <ac:cxnSpMkLst>
            <pc:docMk/>
            <pc:sldMk cId="1127777472" sldId="2147479298"/>
            <ac:cxnSpMk id="20" creationId="{3ACD70EF-F2AE-DDF7-D015-C587159B8800}"/>
          </ac:cxnSpMkLst>
        </pc:cxnChg>
        <pc:cxnChg chg="mod">
          <ac:chgData name="Alberto Davio" userId="ba6c19c2-0fde-4086-92c6-ba0460e67f4c" providerId="ADAL" clId="{2F4F42F9-3D28-40C1-984D-585CF59CA344}" dt="2024-12-10T10:58:31.320" v="4313" actId="1036"/>
          <ac:cxnSpMkLst>
            <pc:docMk/>
            <pc:sldMk cId="1127777472" sldId="2147479298"/>
            <ac:cxnSpMk id="105" creationId="{46953917-DF20-B876-895C-CCD317F00E28}"/>
          </ac:cxnSpMkLst>
        </pc:cxnChg>
      </pc:sldChg>
      <pc:sldMasterChg chg="delSp mod delSldLayout">
        <pc:chgData name="Alberto Davio" userId="ba6c19c2-0fde-4086-92c6-ba0460e67f4c" providerId="ADAL" clId="{2F4F42F9-3D28-40C1-984D-585CF59CA344}" dt="2024-11-14T11:06:28.434" v="2537" actId="478"/>
        <pc:sldMasterMkLst>
          <pc:docMk/>
          <pc:sldMasterMk cId="682504062" sldId="2147483684"/>
        </pc:sldMasterMkLst>
        <pc:sldLayoutChg chg="del">
          <pc:chgData name="Alberto Davio" userId="ba6c19c2-0fde-4086-92c6-ba0460e67f4c" providerId="ADAL" clId="{2F4F42F9-3D28-40C1-984D-585CF59CA344}" dt="2024-11-12T11:57:09.489" v="1319" actId="47"/>
          <pc:sldLayoutMkLst>
            <pc:docMk/>
            <pc:sldMasterMk cId="682504062" sldId="2147483684"/>
            <pc:sldLayoutMk cId="663582994" sldId="2147483705"/>
          </pc:sldLayoutMkLst>
        </pc:sldLayoutChg>
        <pc:sldLayoutChg chg="del">
          <pc:chgData name="Alberto Davio" userId="ba6c19c2-0fde-4086-92c6-ba0460e67f4c" providerId="ADAL" clId="{2F4F42F9-3D28-40C1-984D-585CF59CA344}" dt="2024-11-12T11:06:11.325" v="754" actId="47"/>
          <pc:sldLayoutMkLst>
            <pc:docMk/>
            <pc:sldMasterMk cId="682504062" sldId="2147483684"/>
            <pc:sldLayoutMk cId="2319248233" sldId="2147483706"/>
          </pc:sldLayoutMkLst>
        </pc:sldLayoutChg>
      </pc:sldMasterChg>
    </pc:docChg>
  </pc:docChgLst>
  <pc:docChgLst>
    <pc:chgData name="Ilaria" userId="295470bc-6880-40bf-9a62-3e0f8dda1b51" providerId="ADAL" clId="{4DA83BA2-23ED-4EE7-AA48-A0874F2DD6FE}"/>
    <pc:docChg chg="addSld modSld">
      <pc:chgData name="Ilaria" userId="295470bc-6880-40bf-9a62-3e0f8dda1b51" providerId="ADAL" clId="{4DA83BA2-23ED-4EE7-AA48-A0874F2DD6FE}" dt="2024-11-11T11:10:38.817" v="0"/>
      <pc:docMkLst>
        <pc:docMk/>
      </pc:docMkLst>
      <pc:sldChg chg="add">
        <pc:chgData name="Ilaria" userId="295470bc-6880-40bf-9a62-3e0f8dda1b51" providerId="ADAL" clId="{4DA83BA2-23ED-4EE7-AA48-A0874F2DD6FE}" dt="2024-11-11T11:10:38.817" v="0"/>
        <pc:sldMkLst>
          <pc:docMk/>
          <pc:sldMk cId="1498948741" sldId="2147479287"/>
        </pc:sldMkLst>
      </pc:sldChg>
    </pc:docChg>
  </pc:docChgLst>
  <pc:docChgLst>
    <pc:chgData name="Marco Di Pasquale" userId="b62ff7f8-68de-4f0e-b9df-300e062f65c1" providerId="ADAL" clId="{9B19D4F3-A13D-4A95-A159-9958EB643B46}"/>
    <pc:docChg chg="modSld">
      <pc:chgData name="Marco Di Pasquale" userId="b62ff7f8-68de-4f0e-b9df-300e062f65c1" providerId="ADAL" clId="{9B19D4F3-A13D-4A95-A159-9958EB643B46}" dt="2024-10-23T15:01:39.872" v="3" actId="14100"/>
      <pc:docMkLst>
        <pc:docMk/>
      </pc:docMkLst>
      <pc:sldChg chg="modSp mod">
        <pc:chgData name="Marco Di Pasquale" userId="b62ff7f8-68de-4f0e-b9df-300e062f65c1" providerId="ADAL" clId="{9B19D4F3-A13D-4A95-A159-9958EB643B46}" dt="2024-10-23T15:01:39.872" v="3" actId="14100"/>
        <pc:sldMkLst>
          <pc:docMk/>
          <pc:sldMk cId="4086702424" sldId="1416255328"/>
        </pc:sldMkLst>
        <pc:spChg chg="mod">
          <ac:chgData name="Marco Di Pasquale" userId="b62ff7f8-68de-4f0e-b9df-300e062f65c1" providerId="ADAL" clId="{9B19D4F3-A13D-4A95-A159-9958EB643B46}" dt="2024-10-23T15:01:23.235" v="0"/>
          <ac:spMkLst>
            <pc:docMk/>
            <pc:sldMk cId="4086702424" sldId="1416255328"/>
            <ac:spMk id="4" creationId="{5E27626D-9C5C-9240-2C5E-3BFA17ABAC1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C8F3F3F-DB0B-4E40-9872-F0BDA45CD2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BCBE0-1220-4F8F-9361-9BC5AB3D3D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D2286D-A604-4089-840F-8F1D86FAA438}" type="datetimeFigureOut">
              <a:rPr lang="it-IT" smtClean="0"/>
              <a:t>10/12/2024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70EAD2-DBA2-4EAE-BB4C-23E0ED11A0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13BA17-8E5F-4189-941A-058B84D729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C77E0C-BC81-426A-B25F-43F2420F62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1958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A1CAC-2A33-4A2B-B07C-D5CD596661E9}" type="datetimeFigureOut">
              <a:rPr lang="it-IT" smtClean="0"/>
              <a:t>10/12/2024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DB148-096C-438D-822F-DA0EF6D1AF4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842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DB148-096C-438D-822F-DA0EF6D1AF40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9911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057E570-4A7E-4530-AFB6-C7B7CB0042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41362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057E570-4A7E-4530-AFB6-C7B7CB0042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478156B9-9838-4DDC-848F-2CA3C65B256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defTabSz="914400"/>
            <a:endParaRPr lang="en-US" sz="5400" b="1" i="0" baseline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04376-29F3-43C8-A70C-FBF798C23C25}"/>
              </a:ext>
            </a:extLst>
          </p:cNvPr>
          <p:cNvGrpSpPr/>
          <p:nvPr userDrawn="1"/>
        </p:nvGrpSpPr>
        <p:grpSpPr>
          <a:xfrm>
            <a:off x="-5084" y="-9343"/>
            <a:ext cx="12197084" cy="5178243"/>
            <a:chOff x="-5084" y="-9343"/>
            <a:chExt cx="12197084" cy="5208871"/>
          </a:xfrm>
          <a:solidFill>
            <a:srgbClr val="21B8C6"/>
          </a:solidFill>
          <a:effectLst>
            <a:reflection blurRad="6350" stA="52000" endA="300" endPos="35000" dir="5400000" sy="-100000" algn="bl" rotWithShape="0"/>
          </a:effectLst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7E9300F-120E-4DF6-920A-433291A2E65E}"/>
                </a:ext>
              </a:extLst>
            </p:cNvPr>
            <p:cNvSpPr/>
            <p:nvPr userDrawn="1"/>
          </p:nvSpPr>
          <p:spPr>
            <a:xfrm flipH="1" flipV="1">
              <a:off x="-5084" y="-9342"/>
              <a:ext cx="12197084" cy="5208870"/>
            </a:xfrm>
            <a:custGeom>
              <a:avLst/>
              <a:gdLst>
                <a:gd name="connsiteX0" fmla="*/ 0 w 2933700"/>
                <a:gd name="connsiteY0" fmla="*/ 1943100 h 1943100"/>
                <a:gd name="connsiteX1" fmla="*/ 2933700 w 2933700"/>
                <a:gd name="connsiteY1" fmla="*/ 1943100 h 1943100"/>
                <a:gd name="connsiteX2" fmla="*/ 2933700 w 2933700"/>
                <a:gd name="connsiteY2" fmla="*/ 0 h 1943100"/>
                <a:gd name="connsiteX3" fmla="*/ 1511300 w 2933700"/>
                <a:gd name="connsiteY3" fmla="*/ 0 h 1943100"/>
                <a:gd name="connsiteX4" fmla="*/ 546100 w 2933700"/>
                <a:gd name="connsiteY4" fmla="*/ 1549400 h 1943100"/>
                <a:gd name="connsiteX5" fmla="*/ 0 w 2933700"/>
                <a:gd name="connsiteY5" fmla="*/ 1943100 h 1943100"/>
                <a:gd name="connsiteX0" fmla="*/ 0 w 2933700"/>
                <a:gd name="connsiteY0" fmla="*/ 2162070 h 2162070"/>
                <a:gd name="connsiteX1" fmla="*/ 2933700 w 2933700"/>
                <a:gd name="connsiteY1" fmla="*/ 2162070 h 2162070"/>
                <a:gd name="connsiteX2" fmla="*/ 2933700 w 2933700"/>
                <a:gd name="connsiteY2" fmla="*/ 218970 h 2162070"/>
                <a:gd name="connsiteX3" fmla="*/ 1511300 w 2933700"/>
                <a:gd name="connsiteY3" fmla="*/ 218970 h 2162070"/>
                <a:gd name="connsiteX4" fmla="*/ 546100 w 2933700"/>
                <a:gd name="connsiteY4" fmla="*/ 1768370 h 2162070"/>
                <a:gd name="connsiteX5" fmla="*/ 0 w 2933700"/>
                <a:gd name="connsiteY5" fmla="*/ 2162070 h 2162070"/>
                <a:gd name="connsiteX0" fmla="*/ 0 w 2933700"/>
                <a:gd name="connsiteY0" fmla="*/ 2162070 h 2162070"/>
                <a:gd name="connsiteX1" fmla="*/ 2933700 w 2933700"/>
                <a:gd name="connsiteY1" fmla="*/ 2162070 h 2162070"/>
                <a:gd name="connsiteX2" fmla="*/ 2933700 w 2933700"/>
                <a:gd name="connsiteY2" fmla="*/ 218970 h 2162070"/>
                <a:gd name="connsiteX3" fmla="*/ 1511300 w 2933700"/>
                <a:gd name="connsiteY3" fmla="*/ 218970 h 2162070"/>
                <a:gd name="connsiteX4" fmla="*/ 546100 w 2933700"/>
                <a:gd name="connsiteY4" fmla="*/ 1768370 h 2162070"/>
                <a:gd name="connsiteX5" fmla="*/ 0 w 2933700"/>
                <a:gd name="connsiteY5" fmla="*/ 2162070 h 2162070"/>
                <a:gd name="connsiteX0" fmla="*/ 0 w 2933700"/>
                <a:gd name="connsiteY0" fmla="*/ 2178141 h 2178141"/>
                <a:gd name="connsiteX1" fmla="*/ 2933700 w 2933700"/>
                <a:gd name="connsiteY1" fmla="*/ 2178141 h 2178141"/>
                <a:gd name="connsiteX2" fmla="*/ 2933700 w 2933700"/>
                <a:gd name="connsiteY2" fmla="*/ 235041 h 2178141"/>
                <a:gd name="connsiteX3" fmla="*/ 1703674 w 2933700"/>
                <a:gd name="connsiteY3" fmla="*/ 201521 h 2178141"/>
                <a:gd name="connsiteX4" fmla="*/ 546100 w 2933700"/>
                <a:gd name="connsiteY4" fmla="*/ 1784441 h 2178141"/>
                <a:gd name="connsiteX5" fmla="*/ 0 w 2933700"/>
                <a:gd name="connsiteY5" fmla="*/ 2178141 h 2178141"/>
                <a:gd name="connsiteX0" fmla="*/ 0 w 2933700"/>
                <a:gd name="connsiteY0" fmla="*/ 2279616 h 2279616"/>
                <a:gd name="connsiteX1" fmla="*/ 2933700 w 2933700"/>
                <a:gd name="connsiteY1" fmla="*/ 2279616 h 2279616"/>
                <a:gd name="connsiteX2" fmla="*/ 2933700 w 2933700"/>
                <a:gd name="connsiteY2" fmla="*/ 336516 h 2279616"/>
                <a:gd name="connsiteX3" fmla="*/ 1912079 w 2933700"/>
                <a:gd name="connsiteY3" fmla="*/ 135394 h 2279616"/>
                <a:gd name="connsiteX4" fmla="*/ 546100 w 2933700"/>
                <a:gd name="connsiteY4" fmla="*/ 1885916 h 2279616"/>
                <a:gd name="connsiteX5" fmla="*/ 0 w 2933700"/>
                <a:gd name="connsiteY5" fmla="*/ 2279616 h 2279616"/>
                <a:gd name="connsiteX0" fmla="*/ 0 w 2933700"/>
                <a:gd name="connsiteY0" fmla="*/ 2282085 h 2282085"/>
                <a:gd name="connsiteX1" fmla="*/ 2933700 w 2933700"/>
                <a:gd name="connsiteY1" fmla="*/ 2282085 h 2282085"/>
                <a:gd name="connsiteX2" fmla="*/ 2933700 w 2933700"/>
                <a:gd name="connsiteY2" fmla="*/ 338985 h 2282085"/>
                <a:gd name="connsiteX3" fmla="*/ 1912079 w 2933700"/>
                <a:gd name="connsiteY3" fmla="*/ 137863 h 2282085"/>
                <a:gd name="connsiteX4" fmla="*/ 682365 w 2933700"/>
                <a:gd name="connsiteY4" fmla="*/ 1921905 h 2282085"/>
                <a:gd name="connsiteX5" fmla="*/ 0 w 2933700"/>
                <a:gd name="connsiteY5" fmla="*/ 2282085 h 2282085"/>
                <a:gd name="connsiteX0" fmla="*/ 0 w 2933700"/>
                <a:gd name="connsiteY0" fmla="*/ 2280851 h 2280851"/>
                <a:gd name="connsiteX1" fmla="*/ 2933700 w 2933700"/>
                <a:gd name="connsiteY1" fmla="*/ 2280851 h 2280851"/>
                <a:gd name="connsiteX2" fmla="*/ 2933700 w 2933700"/>
                <a:gd name="connsiteY2" fmla="*/ 337751 h 2280851"/>
                <a:gd name="connsiteX3" fmla="*/ 1912079 w 2933700"/>
                <a:gd name="connsiteY3" fmla="*/ 136629 h 2280851"/>
                <a:gd name="connsiteX4" fmla="*/ 634272 w 2933700"/>
                <a:gd name="connsiteY4" fmla="*/ 1903911 h 2280851"/>
                <a:gd name="connsiteX5" fmla="*/ 0 w 2933700"/>
                <a:gd name="connsiteY5" fmla="*/ 2280851 h 2280851"/>
                <a:gd name="connsiteX0" fmla="*/ 0 w 2933700"/>
                <a:gd name="connsiteY0" fmla="*/ 2304918 h 2304918"/>
                <a:gd name="connsiteX1" fmla="*/ 2933700 w 2933700"/>
                <a:gd name="connsiteY1" fmla="*/ 2304918 h 2304918"/>
                <a:gd name="connsiteX2" fmla="*/ 2933700 w 2933700"/>
                <a:gd name="connsiteY2" fmla="*/ 361818 h 2304918"/>
                <a:gd name="connsiteX3" fmla="*/ 1815892 w 2933700"/>
                <a:gd name="connsiteY3" fmla="*/ 127175 h 2304918"/>
                <a:gd name="connsiteX4" fmla="*/ 634272 w 2933700"/>
                <a:gd name="connsiteY4" fmla="*/ 1927978 h 2304918"/>
                <a:gd name="connsiteX5" fmla="*/ 0 w 2933700"/>
                <a:gd name="connsiteY5" fmla="*/ 2304918 h 2304918"/>
                <a:gd name="connsiteX0" fmla="*/ 0 w 2933700"/>
                <a:gd name="connsiteY0" fmla="*/ 2304918 h 2304918"/>
                <a:gd name="connsiteX1" fmla="*/ 2933700 w 2933700"/>
                <a:gd name="connsiteY1" fmla="*/ 2304918 h 2304918"/>
                <a:gd name="connsiteX2" fmla="*/ 2933700 w 2933700"/>
                <a:gd name="connsiteY2" fmla="*/ 361818 h 2304918"/>
                <a:gd name="connsiteX3" fmla="*/ 1815892 w 2933700"/>
                <a:gd name="connsiteY3" fmla="*/ 127175 h 2304918"/>
                <a:gd name="connsiteX4" fmla="*/ 634272 w 2933700"/>
                <a:gd name="connsiteY4" fmla="*/ 1927978 h 2304918"/>
                <a:gd name="connsiteX5" fmla="*/ 0 w 2933700"/>
                <a:gd name="connsiteY5" fmla="*/ 2304918 h 2304918"/>
                <a:gd name="connsiteX0" fmla="*/ 0 w 2933700"/>
                <a:gd name="connsiteY0" fmla="*/ 2304918 h 2304918"/>
                <a:gd name="connsiteX1" fmla="*/ 2933700 w 2933700"/>
                <a:gd name="connsiteY1" fmla="*/ 2304918 h 2304918"/>
                <a:gd name="connsiteX2" fmla="*/ 2933700 w 2933700"/>
                <a:gd name="connsiteY2" fmla="*/ 361818 h 2304918"/>
                <a:gd name="connsiteX3" fmla="*/ 1815892 w 2933700"/>
                <a:gd name="connsiteY3" fmla="*/ 127175 h 2304918"/>
                <a:gd name="connsiteX4" fmla="*/ 634272 w 2933700"/>
                <a:gd name="connsiteY4" fmla="*/ 1927978 h 2304918"/>
                <a:gd name="connsiteX5" fmla="*/ 0 w 2933700"/>
                <a:gd name="connsiteY5" fmla="*/ 2304918 h 2304918"/>
                <a:gd name="connsiteX0" fmla="*/ 0 w 2933700"/>
                <a:gd name="connsiteY0" fmla="*/ 2304918 h 2304918"/>
                <a:gd name="connsiteX1" fmla="*/ 2933700 w 2933700"/>
                <a:gd name="connsiteY1" fmla="*/ 2304918 h 2304918"/>
                <a:gd name="connsiteX2" fmla="*/ 2933700 w 2933700"/>
                <a:gd name="connsiteY2" fmla="*/ 361818 h 2304918"/>
                <a:gd name="connsiteX3" fmla="*/ 1815892 w 2933700"/>
                <a:gd name="connsiteY3" fmla="*/ 127175 h 2304918"/>
                <a:gd name="connsiteX4" fmla="*/ 634272 w 2933700"/>
                <a:gd name="connsiteY4" fmla="*/ 1927978 h 2304918"/>
                <a:gd name="connsiteX5" fmla="*/ 0 w 2933700"/>
                <a:gd name="connsiteY5" fmla="*/ 2304918 h 2304918"/>
                <a:gd name="connsiteX0" fmla="*/ 0 w 2933700"/>
                <a:gd name="connsiteY0" fmla="*/ 2304918 h 2304918"/>
                <a:gd name="connsiteX1" fmla="*/ 2933700 w 2933700"/>
                <a:gd name="connsiteY1" fmla="*/ 2304918 h 2304918"/>
                <a:gd name="connsiteX2" fmla="*/ 2933700 w 2933700"/>
                <a:gd name="connsiteY2" fmla="*/ 361818 h 2304918"/>
                <a:gd name="connsiteX3" fmla="*/ 1815892 w 2933700"/>
                <a:gd name="connsiteY3" fmla="*/ 127175 h 2304918"/>
                <a:gd name="connsiteX4" fmla="*/ 634272 w 2933700"/>
                <a:gd name="connsiteY4" fmla="*/ 1927978 h 2304918"/>
                <a:gd name="connsiteX5" fmla="*/ 0 w 2933700"/>
                <a:gd name="connsiteY5" fmla="*/ 2304918 h 2304918"/>
                <a:gd name="connsiteX0" fmla="*/ 0 w 2933700"/>
                <a:gd name="connsiteY0" fmla="*/ 2421064 h 2421064"/>
                <a:gd name="connsiteX1" fmla="*/ 2933700 w 2933700"/>
                <a:gd name="connsiteY1" fmla="*/ 2421064 h 2421064"/>
                <a:gd name="connsiteX2" fmla="*/ 2930856 w 2933700"/>
                <a:gd name="connsiteY2" fmla="*/ 201995 h 2421064"/>
                <a:gd name="connsiteX3" fmla="*/ 1815892 w 2933700"/>
                <a:gd name="connsiteY3" fmla="*/ 243321 h 2421064"/>
                <a:gd name="connsiteX4" fmla="*/ 634272 w 2933700"/>
                <a:gd name="connsiteY4" fmla="*/ 2044124 h 2421064"/>
                <a:gd name="connsiteX5" fmla="*/ 0 w 2933700"/>
                <a:gd name="connsiteY5" fmla="*/ 2421064 h 2421064"/>
                <a:gd name="connsiteX0" fmla="*/ 0 w 2933700"/>
                <a:gd name="connsiteY0" fmla="*/ 2412632 h 2412632"/>
                <a:gd name="connsiteX1" fmla="*/ 2933700 w 2933700"/>
                <a:gd name="connsiteY1" fmla="*/ 2412632 h 2412632"/>
                <a:gd name="connsiteX2" fmla="*/ 2930856 w 2933700"/>
                <a:gd name="connsiteY2" fmla="*/ 193563 h 2412632"/>
                <a:gd name="connsiteX3" fmla="*/ 1815892 w 2933700"/>
                <a:gd name="connsiteY3" fmla="*/ 234889 h 2412632"/>
                <a:gd name="connsiteX4" fmla="*/ 634272 w 2933700"/>
                <a:gd name="connsiteY4" fmla="*/ 2035692 h 2412632"/>
                <a:gd name="connsiteX5" fmla="*/ 0 w 2933700"/>
                <a:gd name="connsiteY5" fmla="*/ 2412632 h 2412632"/>
                <a:gd name="connsiteX0" fmla="*/ 0 w 2933700"/>
                <a:gd name="connsiteY0" fmla="*/ 2220943 h 2220943"/>
                <a:gd name="connsiteX1" fmla="*/ 2933700 w 2933700"/>
                <a:gd name="connsiteY1" fmla="*/ 2220943 h 2220943"/>
                <a:gd name="connsiteX2" fmla="*/ 2930856 w 2933700"/>
                <a:gd name="connsiteY2" fmla="*/ 1874 h 2220943"/>
                <a:gd name="connsiteX3" fmla="*/ 634272 w 2933700"/>
                <a:gd name="connsiteY3" fmla="*/ 1844003 h 2220943"/>
                <a:gd name="connsiteX4" fmla="*/ 0 w 2933700"/>
                <a:gd name="connsiteY4" fmla="*/ 2220943 h 2220943"/>
                <a:gd name="connsiteX0" fmla="*/ 0 w 2933700"/>
                <a:gd name="connsiteY0" fmla="*/ 2230060 h 2230060"/>
                <a:gd name="connsiteX1" fmla="*/ 2933700 w 2933700"/>
                <a:gd name="connsiteY1" fmla="*/ 2230060 h 2230060"/>
                <a:gd name="connsiteX2" fmla="*/ 2930856 w 2933700"/>
                <a:gd name="connsiteY2" fmla="*/ 10991 h 2230060"/>
                <a:gd name="connsiteX3" fmla="*/ 634272 w 2933700"/>
                <a:gd name="connsiteY3" fmla="*/ 1853120 h 2230060"/>
                <a:gd name="connsiteX4" fmla="*/ 0 w 2933700"/>
                <a:gd name="connsiteY4" fmla="*/ 2230060 h 2230060"/>
                <a:gd name="connsiteX0" fmla="*/ 0 w 2933700"/>
                <a:gd name="connsiteY0" fmla="*/ 2219069 h 2219069"/>
                <a:gd name="connsiteX1" fmla="*/ 2933700 w 2933700"/>
                <a:gd name="connsiteY1" fmla="*/ 2219069 h 2219069"/>
                <a:gd name="connsiteX2" fmla="*/ 2930856 w 2933700"/>
                <a:gd name="connsiteY2" fmla="*/ 0 h 2219069"/>
                <a:gd name="connsiteX3" fmla="*/ 0 w 2933700"/>
                <a:gd name="connsiteY3" fmla="*/ 2219069 h 2219069"/>
                <a:gd name="connsiteX0" fmla="*/ 0 w 2933700"/>
                <a:gd name="connsiteY0" fmla="*/ 2219079 h 2219079"/>
                <a:gd name="connsiteX1" fmla="*/ 2933700 w 2933700"/>
                <a:gd name="connsiteY1" fmla="*/ 2219079 h 2219079"/>
                <a:gd name="connsiteX2" fmla="*/ 2930856 w 2933700"/>
                <a:gd name="connsiteY2" fmla="*/ 10 h 2219079"/>
                <a:gd name="connsiteX3" fmla="*/ 0 w 2933700"/>
                <a:gd name="connsiteY3" fmla="*/ 2219079 h 2219079"/>
                <a:gd name="connsiteX0" fmla="*/ 0 w 2933700"/>
                <a:gd name="connsiteY0" fmla="*/ 2219082 h 2219082"/>
                <a:gd name="connsiteX1" fmla="*/ 2933700 w 2933700"/>
                <a:gd name="connsiteY1" fmla="*/ 2219082 h 2219082"/>
                <a:gd name="connsiteX2" fmla="*/ 2930856 w 2933700"/>
                <a:gd name="connsiteY2" fmla="*/ 13 h 2219082"/>
                <a:gd name="connsiteX3" fmla="*/ 0 w 2933700"/>
                <a:gd name="connsiteY3" fmla="*/ 2219082 h 2219082"/>
                <a:gd name="connsiteX0" fmla="*/ 0 w 2933700"/>
                <a:gd name="connsiteY0" fmla="*/ 2240548 h 2240548"/>
                <a:gd name="connsiteX1" fmla="*/ 2933700 w 2933700"/>
                <a:gd name="connsiteY1" fmla="*/ 2240548 h 2240548"/>
                <a:gd name="connsiteX2" fmla="*/ 2930856 w 2933700"/>
                <a:gd name="connsiteY2" fmla="*/ 21479 h 2240548"/>
                <a:gd name="connsiteX3" fmla="*/ 0 w 2933700"/>
                <a:gd name="connsiteY3" fmla="*/ 2240548 h 2240548"/>
                <a:gd name="connsiteX0" fmla="*/ 0 w 2933700"/>
                <a:gd name="connsiteY0" fmla="*/ 2238872 h 2238872"/>
                <a:gd name="connsiteX1" fmla="*/ 2933700 w 2933700"/>
                <a:gd name="connsiteY1" fmla="*/ 2238872 h 2238872"/>
                <a:gd name="connsiteX2" fmla="*/ 2930856 w 2933700"/>
                <a:gd name="connsiteY2" fmla="*/ 19803 h 2238872"/>
                <a:gd name="connsiteX3" fmla="*/ 0 w 2933700"/>
                <a:gd name="connsiteY3" fmla="*/ 2238872 h 2238872"/>
                <a:gd name="connsiteX0" fmla="*/ 0 w 2933700"/>
                <a:gd name="connsiteY0" fmla="*/ 2238054 h 2238054"/>
                <a:gd name="connsiteX1" fmla="*/ 2933700 w 2933700"/>
                <a:gd name="connsiteY1" fmla="*/ 2238054 h 2238054"/>
                <a:gd name="connsiteX2" fmla="*/ 2930856 w 2933700"/>
                <a:gd name="connsiteY2" fmla="*/ 18985 h 2238054"/>
                <a:gd name="connsiteX3" fmla="*/ 0 w 2933700"/>
                <a:gd name="connsiteY3" fmla="*/ 2238054 h 2238054"/>
                <a:gd name="connsiteX0" fmla="*/ 0 w 2933700"/>
                <a:gd name="connsiteY0" fmla="*/ 2240690 h 2240690"/>
                <a:gd name="connsiteX1" fmla="*/ 2933700 w 2933700"/>
                <a:gd name="connsiteY1" fmla="*/ 2240690 h 2240690"/>
                <a:gd name="connsiteX2" fmla="*/ 2930856 w 2933700"/>
                <a:gd name="connsiteY2" fmla="*/ 21621 h 2240690"/>
                <a:gd name="connsiteX3" fmla="*/ 0 w 2933700"/>
                <a:gd name="connsiteY3" fmla="*/ 2240690 h 2240690"/>
                <a:gd name="connsiteX0" fmla="*/ 0 w 2933700"/>
                <a:gd name="connsiteY0" fmla="*/ 2233873 h 2233873"/>
                <a:gd name="connsiteX1" fmla="*/ 2933700 w 2933700"/>
                <a:gd name="connsiteY1" fmla="*/ 2233873 h 2233873"/>
                <a:gd name="connsiteX2" fmla="*/ 2930856 w 2933700"/>
                <a:gd name="connsiteY2" fmla="*/ 14804 h 2233873"/>
                <a:gd name="connsiteX3" fmla="*/ 0 w 2933700"/>
                <a:gd name="connsiteY3" fmla="*/ 2233873 h 2233873"/>
                <a:gd name="connsiteX0" fmla="*/ 0 w 2933700"/>
                <a:gd name="connsiteY0" fmla="*/ 2221167 h 2221167"/>
                <a:gd name="connsiteX1" fmla="*/ 2933700 w 2933700"/>
                <a:gd name="connsiteY1" fmla="*/ 2221167 h 2221167"/>
                <a:gd name="connsiteX2" fmla="*/ 2930856 w 2933700"/>
                <a:gd name="connsiteY2" fmla="*/ 2098 h 2221167"/>
                <a:gd name="connsiteX3" fmla="*/ 0 w 2933700"/>
                <a:gd name="connsiteY3" fmla="*/ 2221167 h 2221167"/>
                <a:gd name="connsiteX0" fmla="*/ 0 w 2933700"/>
                <a:gd name="connsiteY0" fmla="*/ 2318173 h 2318173"/>
                <a:gd name="connsiteX1" fmla="*/ 2933700 w 2933700"/>
                <a:gd name="connsiteY1" fmla="*/ 2318173 h 2318173"/>
                <a:gd name="connsiteX2" fmla="*/ 2933700 w 2933700"/>
                <a:gd name="connsiteY2" fmla="*/ 2004 h 2318173"/>
                <a:gd name="connsiteX3" fmla="*/ 0 w 2933700"/>
                <a:gd name="connsiteY3" fmla="*/ 2318173 h 2318173"/>
                <a:gd name="connsiteX0" fmla="*/ 0 w 2933700"/>
                <a:gd name="connsiteY0" fmla="*/ 2316207 h 2316207"/>
                <a:gd name="connsiteX1" fmla="*/ 2933700 w 2933700"/>
                <a:gd name="connsiteY1" fmla="*/ 2316207 h 2316207"/>
                <a:gd name="connsiteX2" fmla="*/ 2933700 w 2933700"/>
                <a:gd name="connsiteY2" fmla="*/ 38 h 2316207"/>
                <a:gd name="connsiteX3" fmla="*/ 0 w 2933700"/>
                <a:gd name="connsiteY3" fmla="*/ 2316207 h 2316207"/>
                <a:gd name="connsiteX0" fmla="*/ 0 w 2933700"/>
                <a:gd name="connsiteY0" fmla="*/ 2316317 h 2316317"/>
                <a:gd name="connsiteX1" fmla="*/ 2933700 w 2933700"/>
                <a:gd name="connsiteY1" fmla="*/ 2316317 h 2316317"/>
                <a:gd name="connsiteX2" fmla="*/ 2933700 w 2933700"/>
                <a:gd name="connsiteY2" fmla="*/ 148 h 2316317"/>
                <a:gd name="connsiteX3" fmla="*/ 0 w 2933700"/>
                <a:gd name="connsiteY3" fmla="*/ 2316317 h 2316317"/>
                <a:gd name="connsiteX0" fmla="*/ 0 w 2933700"/>
                <a:gd name="connsiteY0" fmla="*/ 2326290 h 2326290"/>
                <a:gd name="connsiteX1" fmla="*/ 2933700 w 2933700"/>
                <a:gd name="connsiteY1" fmla="*/ 2326290 h 2326290"/>
                <a:gd name="connsiteX2" fmla="*/ 2933700 w 2933700"/>
                <a:gd name="connsiteY2" fmla="*/ 10121 h 2326290"/>
                <a:gd name="connsiteX3" fmla="*/ 0 w 2933700"/>
                <a:gd name="connsiteY3" fmla="*/ 2326290 h 2326290"/>
                <a:gd name="connsiteX0" fmla="*/ 0 w 2933700"/>
                <a:gd name="connsiteY0" fmla="*/ 2384137 h 2384137"/>
                <a:gd name="connsiteX1" fmla="*/ 2933700 w 2933700"/>
                <a:gd name="connsiteY1" fmla="*/ 2384137 h 2384137"/>
                <a:gd name="connsiteX2" fmla="*/ 2933700 w 2933700"/>
                <a:gd name="connsiteY2" fmla="*/ 67968 h 2384137"/>
                <a:gd name="connsiteX3" fmla="*/ 0 w 2933700"/>
                <a:gd name="connsiteY3" fmla="*/ 2384137 h 2384137"/>
                <a:gd name="connsiteX0" fmla="*/ 0 w 2936963"/>
                <a:gd name="connsiteY0" fmla="*/ 2384137 h 2384137"/>
                <a:gd name="connsiteX1" fmla="*/ 2933700 w 2936963"/>
                <a:gd name="connsiteY1" fmla="*/ 2384137 h 2384137"/>
                <a:gd name="connsiteX2" fmla="*/ 2936963 w 2936963"/>
                <a:gd name="connsiteY2" fmla="*/ 2063119 h 2384137"/>
                <a:gd name="connsiteX3" fmla="*/ 2933700 w 2936963"/>
                <a:gd name="connsiteY3" fmla="*/ 67968 h 2384137"/>
                <a:gd name="connsiteX4" fmla="*/ 0 w 2936963"/>
                <a:gd name="connsiteY4" fmla="*/ 2384137 h 2384137"/>
                <a:gd name="connsiteX0" fmla="*/ 0 w 3129497"/>
                <a:gd name="connsiteY0" fmla="*/ 2384137 h 2411649"/>
                <a:gd name="connsiteX1" fmla="*/ 2933700 w 3129497"/>
                <a:gd name="connsiteY1" fmla="*/ 2384137 h 2411649"/>
                <a:gd name="connsiteX2" fmla="*/ 3129497 w 3129497"/>
                <a:gd name="connsiteY2" fmla="*/ 2380313 h 2411649"/>
                <a:gd name="connsiteX3" fmla="*/ 2933700 w 3129497"/>
                <a:gd name="connsiteY3" fmla="*/ 67968 h 2411649"/>
                <a:gd name="connsiteX4" fmla="*/ 0 w 3129497"/>
                <a:gd name="connsiteY4" fmla="*/ 2384137 h 2411649"/>
                <a:gd name="connsiteX0" fmla="*/ 0 w 3129497"/>
                <a:gd name="connsiteY0" fmla="*/ 2384137 h 2384137"/>
                <a:gd name="connsiteX1" fmla="*/ 2933700 w 3129497"/>
                <a:gd name="connsiteY1" fmla="*/ 2384137 h 2384137"/>
                <a:gd name="connsiteX2" fmla="*/ 3129497 w 3129497"/>
                <a:gd name="connsiteY2" fmla="*/ 2380313 h 2384137"/>
                <a:gd name="connsiteX3" fmla="*/ 2933700 w 3129497"/>
                <a:gd name="connsiteY3" fmla="*/ 67968 h 2384137"/>
                <a:gd name="connsiteX4" fmla="*/ 0 w 3129497"/>
                <a:gd name="connsiteY4" fmla="*/ 2384137 h 2384137"/>
                <a:gd name="connsiteX0" fmla="*/ 0 w 3131129"/>
                <a:gd name="connsiteY0" fmla="*/ 2384137 h 2384137"/>
                <a:gd name="connsiteX1" fmla="*/ 2933700 w 3131129"/>
                <a:gd name="connsiteY1" fmla="*/ 2384137 h 2384137"/>
                <a:gd name="connsiteX2" fmla="*/ 3131129 w 3131129"/>
                <a:gd name="connsiteY2" fmla="*/ 2380313 h 2384137"/>
                <a:gd name="connsiteX3" fmla="*/ 2933700 w 3131129"/>
                <a:gd name="connsiteY3" fmla="*/ 67968 h 2384137"/>
                <a:gd name="connsiteX4" fmla="*/ 0 w 3131129"/>
                <a:gd name="connsiteY4" fmla="*/ 2384137 h 2384137"/>
                <a:gd name="connsiteX0" fmla="*/ 0 w 3127866"/>
                <a:gd name="connsiteY0" fmla="*/ 2384137 h 2384137"/>
                <a:gd name="connsiteX1" fmla="*/ 2933700 w 3127866"/>
                <a:gd name="connsiteY1" fmla="*/ 2384137 h 2384137"/>
                <a:gd name="connsiteX2" fmla="*/ 3127866 w 3127866"/>
                <a:gd name="connsiteY2" fmla="*/ 2382913 h 2384137"/>
                <a:gd name="connsiteX3" fmla="*/ 2933700 w 3127866"/>
                <a:gd name="connsiteY3" fmla="*/ 67968 h 2384137"/>
                <a:gd name="connsiteX4" fmla="*/ 0 w 3127866"/>
                <a:gd name="connsiteY4" fmla="*/ 2384137 h 2384137"/>
                <a:gd name="connsiteX0" fmla="*/ 0 w 3132761"/>
                <a:gd name="connsiteY0" fmla="*/ 2384137 h 2384137"/>
                <a:gd name="connsiteX1" fmla="*/ 2933700 w 3132761"/>
                <a:gd name="connsiteY1" fmla="*/ 2384137 h 2384137"/>
                <a:gd name="connsiteX2" fmla="*/ 3132761 w 3132761"/>
                <a:gd name="connsiteY2" fmla="*/ 2382913 h 2384137"/>
                <a:gd name="connsiteX3" fmla="*/ 2933700 w 3132761"/>
                <a:gd name="connsiteY3" fmla="*/ 67968 h 2384137"/>
                <a:gd name="connsiteX4" fmla="*/ 0 w 3132761"/>
                <a:gd name="connsiteY4" fmla="*/ 2384137 h 2384137"/>
                <a:gd name="connsiteX0" fmla="*/ 0 w 3149099"/>
                <a:gd name="connsiteY0" fmla="*/ 2493306 h 2493306"/>
                <a:gd name="connsiteX1" fmla="*/ 2933700 w 3149099"/>
                <a:gd name="connsiteY1" fmla="*/ 2493306 h 2493306"/>
                <a:gd name="connsiteX2" fmla="*/ 3132761 w 3149099"/>
                <a:gd name="connsiteY2" fmla="*/ 2492082 h 2493306"/>
                <a:gd name="connsiteX3" fmla="*/ 2950016 w 3149099"/>
                <a:gd name="connsiteY3" fmla="*/ 419923 h 2493306"/>
                <a:gd name="connsiteX4" fmla="*/ 2933700 w 3149099"/>
                <a:gd name="connsiteY4" fmla="*/ 177137 h 2493306"/>
                <a:gd name="connsiteX5" fmla="*/ 0 w 3149099"/>
                <a:gd name="connsiteY5" fmla="*/ 2493306 h 2493306"/>
                <a:gd name="connsiteX0" fmla="*/ 0 w 3209483"/>
                <a:gd name="connsiteY0" fmla="*/ 2499557 h 2499557"/>
                <a:gd name="connsiteX1" fmla="*/ 2933700 w 3209483"/>
                <a:gd name="connsiteY1" fmla="*/ 2499557 h 2499557"/>
                <a:gd name="connsiteX2" fmla="*/ 3132761 w 3209483"/>
                <a:gd name="connsiteY2" fmla="*/ 2498333 h 2499557"/>
                <a:gd name="connsiteX3" fmla="*/ 3136024 w 3209483"/>
                <a:gd name="connsiteY3" fmla="*/ 405374 h 2499557"/>
                <a:gd name="connsiteX4" fmla="*/ 2933700 w 3209483"/>
                <a:gd name="connsiteY4" fmla="*/ 183388 h 2499557"/>
                <a:gd name="connsiteX5" fmla="*/ 0 w 3209483"/>
                <a:gd name="connsiteY5" fmla="*/ 2499557 h 2499557"/>
                <a:gd name="connsiteX0" fmla="*/ 0 w 3209483"/>
                <a:gd name="connsiteY0" fmla="*/ 2499557 h 2499557"/>
                <a:gd name="connsiteX1" fmla="*/ 2933700 w 3209483"/>
                <a:gd name="connsiteY1" fmla="*/ 2499557 h 2499557"/>
                <a:gd name="connsiteX2" fmla="*/ 3132761 w 3209483"/>
                <a:gd name="connsiteY2" fmla="*/ 2498333 h 2499557"/>
                <a:gd name="connsiteX3" fmla="*/ 3136024 w 3209483"/>
                <a:gd name="connsiteY3" fmla="*/ 405374 h 2499557"/>
                <a:gd name="connsiteX4" fmla="*/ 2933700 w 3209483"/>
                <a:gd name="connsiteY4" fmla="*/ 183388 h 2499557"/>
                <a:gd name="connsiteX5" fmla="*/ 0 w 3209483"/>
                <a:gd name="connsiteY5" fmla="*/ 2499557 h 2499557"/>
                <a:gd name="connsiteX0" fmla="*/ 0 w 3136024"/>
                <a:gd name="connsiteY0" fmla="*/ 2384138 h 2384138"/>
                <a:gd name="connsiteX1" fmla="*/ 2933700 w 3136024"/>
                <a:gd name="connsiteY1" fmla="*/ 2384138 h 2384138"/>
                <a:gd name="connsiteX2" fmla="*/ 3132761 w 3136024"/>
                <a:gd name="connsiteY2" fmla="*/ 2382914 h 2384138"/>
                <a:gd name="connsiteX3" fmla="*/ 3136024 w 3136024"/>
                <a:gd name="connsiteY3" fmla="*/ 289955 h 2384138"/>
                <a:gd name="connsiteX4" fmla="*/ 2933700 w 3136024"/>
                <a:gd name="connsiteY4" fmla="*/ 67969 h 2384138"/>
                <a:gd name="connsiteX5" fmla="*/ 0 w 3136024"/>
                <a:gd name="connsiteY5" fmla="*/ 2384138 h 2384138"/>
                <a:gd name="connsiteX0" fmla="*/ 0 w 3133227"/>
                <a:gd name="connsiteY0" fmla="*/ 2384138 h 2384138"/>
                <a:gd name="connsiteX1" fmla="*/ 2933700 w 3133227"/>
                <a:gd name="connsiteY1" fmla="*/ 2384138 h 2384138"/>
                <a:gd name="connsiteX2" fmla="*/ 3132761 w 3133227"/>
                <a:gd name="connsiteY2" fmla="*/ 2382914 h 2384138"/>
                <a:gd name="connsiteX3" fmla="*/ 3133227 w 3133227"/>
                <a:gd name="connsiteY3" fmla="*/ 116130 h 2384138"/>
                <a:gd name="connsiteX4" fmla="*/ 2933700 w 3133227"/>
                <a:gd name="connsiteY4" fmla="*/ 67969 h 2384138"/>
                <a:gd name="connsiteX5" fmla="*/ 0 w 3133227"/>
                <a:gd name="connsiteY5" fmla="*/ 2384138 h 2384138"/>
                <a:gd name="connsiteX0" fmla="*/ 0 w 3133227"/>
                <a:gd name="connsiteY0" fmla="*/ 2336258 h 2336258"/>
                <a:gd name="connsiteX1" fmla="*/ 2933700 w 3133227"/>
                <a:gd name="connsiteY1" fmla="*/ 2336258 h 2336258"/>
                <a:gd name="connsiteX2" fmla="*/ 3132761 w 3133227"/>
                <a:gd name="connsiteY2" fmla="*/ 2335034 h 2336258"/>
                <a:gd name="connsiteX3" fmla="*/ 3133227 w 3133227"/>
                <a:gd name="connsiteY3" fmla="*/ 68250 h 2336258"/>
                <a:gd name="connsiteX4" fmla="*/ 3090338 w 3133227"/>
                <a:gd name="connsiteY4" fmla="*/ 69117 h 2336258"/>
                <a:gd name="connsiteX5" fmla="*/ 0 w 3133227"/>
                <a:gd name="connsiteY5" fmla="*/ 2336258 h 2336258"/>
                <a:gd name="connsiteX0" fmla="*/ 0 w 3340345"/>
                <a:gd name="connsiteY0" fmla="*/ 2336258 h 2336258"/>
                <a:gd name="connsiteX1" fmla="*/ 2933700 w 3340345"/>
                <a:gd name="connsiteY1" fmla="*/ 2336258 h 2336258"/>
                <a:gd name="connsiteX2" fmla="*/ 3132761 w 3340345"/>
                <a:gd name="connsiteY2" fmla="*/ 2335034 h 2336258"/>
                <a:gd name="connsiteX3" fmla="*/ 3090338 w 3340345"/>
                <a:gd name="connsiteY3" fmla="*/ 69117 h 2336258"/>
                <a:gd name="connsiteX4" fmla="*/ 0 w 3340345"/>
                <a:gd name="connsiteY4" fmla="*/ 2336258 h 2336258"/>
                <a:gd name="connsiteX0" fmla="*/ 0 w 3374476"/>
                <a:gd name="connsiteY0" fmla="*/ 2331908 h 2331908"/>
                <a:gd name="connsiteX1" fmla="*/ 2933700 w 3374476"/>
                <a:gd name="connsiteY1" fmla="*/ 2331908 h 2331908"/>
                <a:gd name="connsiteX2" fmla="*/ 3132761 w 3374476"/>
                <a:gd name="connsiteY2" fmla="*/ 2330684 h 2331908"/>
                <a:gd name="connsiteX3" fmla="*/ 3137889 w 3374476"/>
                <a:gd name="connsiteY3" fmla="*/ 69224 h 2331908"/>
                <a:gd name="connsiteX4" fmla="*/ 0 w 3374476"/>
                <a:gd name="connsiteY4" fmla="*/ 2331908 h 2331908"/>
                <a:gd name="connsiteX0" fmla="*/ 0 w 3137889"/>
                <a:gd name="connsiteY0" fmla="*/ 2331908 h 2331908"/>
                <a:gd name="connsiteX1" fmla="*/ 2933700 w 3137889"/>
                <a:gd name="connsiteY1" fmla="*/ 2331908 h 2331908"/>
                <a:gd name="connsiteX2" fmla="*/ 3132761 w 3137889"/>
                <a:gd name="connsiteY2" fmla="*/ 2330684 h 2331908"/>
                <a:gd name="connsiteX3" fmla="*/ 3137889 w 3137889"/>
                <a:gd name="connsiteY3" fmla="*/ 69224 h 2331908"/>
                <a:gd name="connsiteX4" fmla="*/ 0 w 3137889"/>
                <a:gd name="connsiteY4" fmla="*/ 2331908 h 2331908"/>
                <a:gd name="connsiteX0" fmla="*/ 0 w 3137889"/>
                <a:gd name="connsiteY0" fmla="*/ 2378539 h 2378539"/>
                <a:gd name="connsiteX1" fmla="*/ 2933700 w 3137889"/>
                <a:gd name="connsiteY1" fmla="*/ 2378539 h 2378539"/>
                <a:gd name="connsiteX2" fmla="*/ 3132761 w 3137889"/>
                <a:gd name="connsiteY2" fmla="*/ 2377315 h 2378539"/>
                <a:gd name="connsiteX3" fmla="*/ 3137889 w 3137889"/>
                <a:gd name="connsiteY3" fmla="*/ 115855 h 2378539"/>
                <a:gd name="connsiteX4" fmla="*/ 0 w 3137889"/>
                <a:gd name="connsiteY4" fmla="*/ 2378539 h 2378539"/>
                <a:gd name="connsiteX0" fmla="*/ 0 w 3137889"/>
                <a:gd name="connsiteY0" fmla="*/ 2378539 h 2378539"/>
                <a:gd name="connsiteX1" fmla="*/ 2933700 w 3137889"/>
                <a:gd name="connsiteY1" fmla="*/ 2378539 h 2378539"/>
                <a:gd name="connsiteX2" fmla="*/ 3132761 w 3137889"/>
                <a:gd name="connsiteY2" fmla="*/ 2377315 h 2378539"/>
                <a:gd name="connsiteX3" fmla="*/ 3137889 w 3137889"/>
                <a:gd name="connsiteY3" fmla="*/ 115855 h 2378539"/>
                <a:gd name="connsiteX4" fmla="*/ 0 w 3137889"/>
                <a:gd name="connsiteY4" fmla="*/ 2378539 h 2378539"/>
                <a:gd name="connsiteX0" fmla="*/ 0 w 3137889"/>
                <a:gd name="connsiteY0" fmla="*/ 2378539 h 2378539"/>
                <a:gd name="connsiteX1" fmla="*/ 2933700 w 3137889"/>
                <a:gd name="connsiteY1" fmla="*/ 2378539 h 2378539"/>
                <a:gd name="connsiteX2" fmla="*/ 3136677 w 3137889"/>
                <a:gd name="connsiteY2" fmla="*/ 2377315 h 2378539"/>
                <a:gd name="connsiteX3" fmla="*/ 3137889 w 3137889"/>
                <a:gd name="connsiteY3" fmla="*/ 115855 h 2378539"/>
                <a:gd name="connsiteX4" fmla="*/ 0 w 3137889"/>
                <a:gd name="connsiteY4" fmla="*/ 2378539 h 2378539"/>
                <a:gd name="connsiteX0" fmla="*/ 0 w 3137889"/>
                <a:gd name="connsiteY0" fmla="*/ 2378539 h 2378539"/>
                <a:gd name="connsiteX1" fmla="*/ 2933700 w 3137889"/>
                <a:gd name="connsiteY1" fmla="*/ 2378539 h 2378539"/>
                <a:gd name="connsiteX2" fmla="*/ 3136677 w 3137889"/>
                <a:gd name="connsiteY2" fmla="*/ 2377315 h 2378539"/>
                <a:gd name="connsiteX3" fmla="*/ 3137889 w 3137889"/>
                <a:gd name="connsiteY3" fmla="*/ 115855 h 2378539"/>
                <a:gd name="connsiteX4" fmla="*/ 0 w 3137889"/>
                <a:gd name="connsiteY4" fmla="*/ 2378539 h 2378539"/>
                <a:gd name="connsiteX0" fmla="*/ 0 w 3140593"/>
                <a:gd name="connsiteY0" fmla="*/ 2378539 h 2378539"/>
                <a:gd name="connsiteX1" fmla="*/ 2933700 w 3140593"/>
                <a:gd name="connsiteY1" fmla="*/ 2378539 h 2378539"/>
                <a:gd name="connsiteX2" fmla="*/ 3140593 w 3140593"/>
                <a:gd name="connsiteY2" fmla="*/ 2377315 h 2378539"/>
                <a:gd name="connsiteX3" fmla="*/ 3137889 w 3140593"/>
                <a:gd name="connsiteY3" fmla="*/ 115855 h 2378539"/>
                <a:gd name="connsiteX4" fmla="*/ 0 w 3140593"/>
                <a:gd name="connsiteY4" fmla="*/ 2378539 h 2378539"/>
                <a:gd name="connsiteX0" fmla="*/ 0 w 3140593"/>
                <a:gd name="connsiteY0" fmla="*/ 2378539 h 2378539"/>
                <a:gd name="connsiteX1" fmla="*/ 3140593 w 3140593"/>
                <a:gd name="connsiteY1" fmla="*/ 2377315 h 2378539"/>
                <a:gd name="connsiteX2" fmla="*/ 3137889 w 3140593"/>
                <a:gd name="connsiteY2" fmla="*/ 115855 h 2378539"/>
                <a:gd name="connsiteX3" fmla="*/ 0 w 3140593"/>
                <a:gd name="connsiteY3" fmla="*/ 2378539 h 2378539"/>
                <a:gd name="connsiteX0" fmla="*/ 0 w 3140593"/>
                <a:gd name="connsiteY0" fmla="*/ 2379792 h 2379792"/>
                <a:gd name="connsiteX1" fmla="*/ 3140593 w 3140593"/>
                <a:gd name="connsiteY1" fmla="*/ 2378568 h 2379792"/>
                <a:gd name="connsiteX2" fmla="*/ 3139521 w 3140593"/>
                <a:gd name="connsiteY2" fmla="*/ 115808 h 2379792"/>
                <a:gd name="connsiteX3" fmla="*/ 0 w 3140593"/>
                <a:gd name="connsiteY3" fmla="*/ 2379792 h 2379792"/>
                <a:gd name="connsiteX0" fmla="*/ 0 w 3140593"/>
                <a:gd name="connsiteY0" fmla="*/ 2378540 h 2378540"/>
                <a:gd name="connsiteX1" fmla="*/ 3140593 w 3140593"/>
                <a:gd name="connsiteY1" fmla="*/ 2377316 h 2378540"/>
                <a:gd name="connsiteX2" fmla="*/ 3138705 w 3140593"/>
                <a:gd name="connsiteY2" fmla="*/ 115856 h 2378540"/>
                <a:gd name="connsiteX3" fmla="*/ 0 w 3140593"/>
                <a:gd name="connsiteY3" fmla="*/ 2378540 h 2378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0593" h="2378540">
                  <a:moveTo>
                    <a:pt x="0" y="2378540"/>
                  </a:moveTo>
                  <a:lnTo>
                    <a:pt x="3140593" y="2377316"/>
                  </a:lnTo>
                  <a:cubicBezTo>
                    <a:pt x="3139692" y="1623496"/>
                    <a:pt x="3139606" y="869676"/>
                    <a:pt x="3138705" y="115856"/>
                  </a:cubicBezTo>
                  <a:cubicBezTo>
                    <a:pt x="847978" y="-587503"/>
                    <a:pt x="1051720" y="2131349"/>
                    <a:pt x="0" y="23785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it-IT" sz="16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B590A88-F556-4521-903F-67E5DE5B8921}"/>
                </a:ext>
              </a:extLst>
            </p:cNvPr>
            <p:cNvSpPr/>
            <p:nvPr userDrawn="1"/>
          </p:nvSpPr>
          <p:spPr>
            <a:xfrm flipH="1" flipV="1">
              <a:off x="2578458" y="-9343"/>
              <a:ext cx="9613541" cy="4314640"/>
            </a:xfrm>
            <a:custGeom>
              <a:avLst/>
              <a:gdLst>
                <a:gd name="connsiteX0" fmla="*/ 0 w 2933700"/>
                <a:gd name="connsiteY0" fmla="*/ 1943100 h 1943100"/>
                <a:gd name="connsiteX1" fmla="*/ 2933700 w 2933700"/>
                <a:gd name="connsiteY1" fmla="*/ 1943100 h 1943100"/>
                <a:gd name="connsiteX2" fmla="*/ 2933700 w 2933700"/>
                <a:gd name="connsiteY2" fmla="*/ 0 h 1943100"/>
                <a:gd name="connsiteX3" fmla="*/ 1511300 w 2933700"/>
                <a:gd name="connsiteY3" fmla="*/ 0 h 1943100"/>
                <a:gd name="connsiteX4" fmla="*/ 546100 w 2933700"/>
                <a:gd name="connsiteY4" fmla="*/ 1549400 h 1943100"/>
                <a:gd name="connsiteX5" fmla="*/ 0 w 2933700"/>
                <a:gd name="connsiteY5" fmla="*/ 1943100 h 1943100"/>
                <a:gd name="connsiteX0" fmla="*/ 0 w 2933700"/>
                <a:gd name="connsiteY0" fmla="*/ 2162070 h 2162070"/>
                <a:gd name="connsiteX1" fmla="*/ 2933700 w 2933700"/>
                <a:gd name="connsiteY1" fmla="*/ 2162070 h 2162070"/>
                <a:gd name="connsiteX2" fmla="*/ 2933700 w 2933700"/>
                <a:gd name="connsiteY2" fmla="*/ 218970 h 2162070"/>
                <a:gd name="connsiteX3" fmla="*/ 1511300 w 2933700"/>
                <a:gd name="connsiteY3" fmla="*/ 218970 h 2162070"/>
                <a:gd name="connsiteX4" fmla="*/ 546100 w 2933700"/>
                <a:gd name="connsiteY4" fmla="*/ 1768370 h 2162070"/>
                <a:gd name="connsiteX5" fmla="*/ 0 w 2933700"/>
                <a:gd name="connsiteY5" fmla="*/ 2162070 h 2162070"/>
                <a:gd name="connsiteX0" fmla="*/ 0 w 2933700"/>
                <a:gd name="connsiteY0" fmla="*/ 2162070 h 2162070"/>
                <a:gd name="connsiteX1" fmla="*/ 2933700 w 2933700"/>
                <a:gd name="connsiteY1" fmla="*/ 2162070 h 2162070"/>
                <a:gd name="connsiteX2" fmla="*/ 2933700 w 2933700"/>
                <a:gd name="connsiteY2" fmla="*/ 218970 h 2162070"/>
                <a:gd name="connsiteX3" fmla="*/ 1511300 w 2933700"/>
                <a:gd name="connsiteY3" fmla="*/ 218970 h 2162070"/>
                <a:gd name="connsiteX4" fmla="*/ 546100 w 2933700"/>
                <a:gd name="connsiteY4" fmla="*/ 1768370 h 2162070"/>
                <a:gd name="connsiteX5" fmla="*/ 0 w 2933700"/>
                <a:gd name="connsiteY5" fmla="*/ 2162070 h 2162070"/>
                <a:gd name="connsiteX0" fmla="*/ 0 w 2933700"/>
                <a:gd name="connsiteY0" fmla="*/ 2178141 h 2178141"/>
                <a:gd name="connsiteX1" fmla="*/ 2933700 w 2933700"/>
                <a:gd name="connsiteY1" fmla="*/ 2178141 h 2178141"/>
                <a:gd name="connsiteX2" fmla="*/ 2933700 w 2933700"/>
                <a:gd name="connsiteY2" fmla="*/ 235041 h 2178141"/>
                <a:gd name="connsiteX3" fmla="*/ 1703674 w 2933700"/>
                <a:gd name="connsiteY3" fmla="*/ 201521 h 2178141"/>
                <a:gd name="connsiteX4" fmla="*/ 546100 w 2933700"/>
                <a:gd name="connsiteY4" fmla="*/ 1784441 h 2178141"/>
                <a:gd name="connsiteX5" fmla="*/ 0 w 2933700"/>
                <a:gd name="connsiteY5" fmla="*/ 2178141 h 2178141"/>
                <a:gd name="connsiteX0" fmla="*/ 0 w 2933700"/>
                <a:gd name="connsiteY0" fmla="*/ 2279616 h 2279616"/>
                <a:gd name="connsiteX1" fmla="*/ 2933700 w 2933700"/>
                <a:gd name="connsiteY1" fmla="*/ 2279616 h 2279616"/>
                <a:gd name="connsiteX2" fmla="*/ 2933700 w 2933700"/>
                <a:gd name="connsiteY2" fmla="*/ 336516 h 2279616"/>
                <a:gd name="connsiteX3" fmla="*/ 1912079 w 2933700"/>
                <a:gd name="connsiteY3" fmla="*/ 135394 h 2279616"/>
                <a:gd name="connsiteX4" fmla="*/ 546100 w 2933700"/>
                <a:gd name="connsiteY4" fmla="*/ 1885916 h 2279616"/>
                <a:gd name="connsiteX5" fmla="*/ 0 w 2933700"/>
                <a:gd name="connsiteY5" fmla="*/ 2279616 h 2279616"/>
                <a:gd name="connsiteX0" fmla="*/ 0 w 2933700"/>
                <a:gd name="connsiteY0" fmla="*/ 2282085 h 2282085"/>
                <a:gd name="connsiteX1" fmla="*/ 2933700 w 2933700"/>
                <a:gd name="connsiteY1" fmla="*/ 2282085 h 2282085"/>
                <a:gd name="connsiteX2" fmla="*/ 2933700 w 2933700"/>
                <a:gd name="connsiteY2" fmla="*/ 338985 h 2282085"/>
                <a:gd name="connsiteX3" fmla="*/ 1912079 w 2933700"/>
                <a:gd name="connsiteY3" fmla="*/ 137863 h 2282085"/>
                <a:gd name="connsiteX4" fmla="*/ 682365 w 2933700"/>
                <a:gd name="connsiteY4" fmla="*/ 1921905 h 2282085"/>
                <a:gd name="connsiteX5" fmla="*/ 0 w 2933700"/>
                <a:gd name="connsiteY5" fmla="*/ 2282085 h 2282085"/>
                <a:gd name="connsiteX0" fmla="*/ 0 w 2933700"/>
                <a:gd name="connsiteY0" fmla="*/ 2280851 h 2280851"/>
                <a:gd name="connsiteX1" fmla="*/ 2933700 w 2933700"/>
                <a:gd name="connsiteY1" fmla="*/ 2280851 h 2280851"/>
                <a:gd name="connsiteX2" fmla="*/ 2933700 w 2933700"/>
                <a:gd name="connsiteY2" fmla="*/ 337751 h 2280851"/>
                <a:gd name="connsiteX3" fmla="*/ 1912079 w 2933700"/>
                <a:gd name="connsiteY3" fmla="*/ 136629 h 2280851"/>
                <a:gd name="connsiteX4" fmla="*/ 634272 w 2933700"/>
                <a:gd name="connsiteY4" fmla="*/ 1903911 h 2280851"/>
                <a:gd name="connsiteX5" fmla="*/ 0 w 2933700"/>
                <a:gd name="connsiteY5" fmla="*/ 2280851 h 2280851"/>
                <a:gd name="connsiteX0" fmla="*/ 0 w 2933700"/>
                <a:gd name="connsiteY0" fmla="*/ 2304918 h 2304918"/>
                <a:gd name="connsiteX1" fmla="*/ 2933700 w 2933700"/>
                <a:gd name="connsiteY1" fmla="*/ 2304918 h 2304918"/>
                <a:gd name="connsiteX2" fmla="*/ 2933700 w 2933700"/>
                <a:gd name="connsiteY2" fmla="*/ 361818 h 2304918"/>
                <a:gd name="connsiteX3" fmla="*/ 1815892 w 2933700"/>
                <a:gd name="connsiteY3" fmla="*/ 127175 h 2304918"/>
                <a:gd name="connsiteX4" fmla="*/ 634272 w 2933700"/>
                <a:gd name="connsiteY4" fmla="*/ 1927978 h 2304918"/>
                <a:gd name="connsiteX5" fmla="*/ 0 w 2933700"/>
                <a:gd name="connsiteY5" fmla="*/ 2304918 h 2304918"/>
                <a:gd name="connsiteX0" fmla="*/ 0 w 2933700"/>
                <a:gd name="connsiteY0" fmla="*/ 2304918 h 2304918"/>
                <a:gd name="connsiteX1" fmla="*/ 2933700 w 2933700"/>
                <a:gd name="connsiteY1" fmla="*/ 2304918 h 2304918"/>
                <a:gd name="connsiteX2" fmla="*/ 2933700 w 2933700"/>
                <a:gd name="connsiteY2" fmla="*/ 361818 h 2304918"/>
                <a:gd name="connsiteX3" fmla="*/ 1815892 w 2933700"/>
                <a:gd name="connsiteY3" fmla="*/ 127175 h 2304918"/>
                <a:gd name="connsiteX4" fmla="*/ 634272 w 2933700"/>
                <a:gd name="connsiteY4" fmla="*/ 1927978 h 2304918"/>
                <a:gd name="connsiteX5" fmla="*/ 0 w 2933700"/>
                <a:gd name="connsiteY5" fmla="*/ 2304918 h 2304918"/>
                <a:gd name="connsiteX0" fmla="*/ 0 w 2933700"/>
                <a:gd name="connsiteY0" fmla="*/ 2304918 h 2304918"/>
                <a:gd name="connsiteX1" fmla="*/ 2933700 w 2933700"/>
                <a:gd name="connsiteY1" fmla="*/ 2304918 h 2304918"/>
                <a:gd name="connsiteX2" fmla="*/ 2933700 w 2933700"/>
                <a:gd name="connsiteY2" fmla="*/ 361818 h 2304918"/>
                <a:gd name="connsiteX3" fmla="*/ 1815892 w 2933700"/>
                <a:gd name="connsiteY3" fmla="*/ 127175 h 2304918"/>
                <a:gd name="connsiteX4" fmla="*/ 634272 w 2933700"/>
                <a:gd name="connsiteY4" fmla="*/ 1927978 h 2304918"/>
                <a:gd name="connsiteX5" fmla="*/ 0 w 2933700"/>
                <a:gd name="connsiteY5" fmla="*/ 2304918 h 2304918"/>
                <a:gd name="connsiteX0" fmla="*/ 0 w 2933700"/>
                <a:gd name="connsiteY0" fmla="*/ 2304918 h 2304918"/>
                <a:gd name="connsiteX1" fmla="*/ 2933700 w 2933700"/>
                <a:gd name="connsiteY1" fmla="*/ 2304918 h 2304918"/>
                <a:gd name="connsiteX2" fmla="*/ 2933700 w 2933700"/>
                <a:gd name="connsiteY2" fmla="*/ 361818 h 2304918"/>
                <a:gd name="connsiteX3" fmla="*/ 1815892 w 2933700"/>
                <a:gd name="connsiteY3" fmla="*/ 127175 h 2304918"/>
                <a:gd name="connsiteX4" fmla="*/ 634272 w 2933700"/>
                <a:gd name="connsiteY4" fmla="*/ 1927978 h 2304918"/>
                <a:gd name="connsiteX5" fmla="*/ 0 w 2933700"/>
                <a:gd name="connsiteY5" fmla="*/ 2304918 h 2304918"/>
                <a:gd name="connsiteX0" fmla="*/ 0 w 2933700"/>
                <a:gd name="connsiteY0" fmla="*/ 2304918 h 2304918"/>
                <a:gd name="connsiteX1" fmla="*/ 2933700 w 2933700"/>
                <a:gd name="connsiteY1" fmla="*/ 2304918 h 2304918"/>
                <a:gd name="connsiteX2" fmla="*/ 2933700 w 2933700"/>
                <a:gd name="connsiteY2" fmla="*/ 361818 h 2304918"/>
                <a:gd name="connsiteX3" fmla="*/ 1815892 w 2933700"/>
                <a:gd name="connsiteY3" fmla="*/ 127175 h 2304918"/>
                <a:gd name="connsiteX4" fmla="*/ 634272 w 2933700"/>
                <a:gd name="connsiteY4" fmla="*/ 1927978 h 2304918"/>
                <a:gd name="connsiteX5" fmla="*/ 0 w 2933700"/>
                <a:gd name="connsiteY5" fmla="*/ 2304918 h 2304918"/>
                <a:gd name="connsiteX0" fmla="*/ 0 w 2933700"/>
                <a:gd name="connsiteY0" fmla="*/ 2421064 h 2421064"/>
                <a:gd name="connsiteX1" fmla="*/ 2933700 w 2933700"/>
                <a:gd name="connsiteY1" fmla="*/ 2421064 h 2421064"/>
                <a:gd name="connsiteX2" fmla="*/ 2930856 w 2933700"/>
                <a:gd name="connsiteY2" fmla="*/ 201995 h 2421064"/>
                <a:gd name="connsiteX3" fmla="*/ 1815892 w 2933700"/>
                <a:gd name="connsiteY3" fmla="*/ 243321 h 2421064"/>
                <a:gd name="connsiteX4" fmla="*/ 634272 w 2933700"/>
                <a:gd name="connsiteY4" fmla="*/ 2044124 h 2421064"/>
                <a:gd name="connsiteX5" fmla="*/ 0 w 2933700"/>
                <a:gd name="connsiteY5" fmla="*/ 2421064 h 2421064"/>
                <a:gd name="connsiteX0" fmla="*/ 0 w 2933700"/>
                <a:gd name="connsiteY0" fmla="*/ 2412632 h 2412632"/>
                <a:gd name="connsiteX1" fmla="*/ 2933700 w 2933700"/>
                <a:gd name="connsiteY1" fmla="*/ 2412632 h 2412632"/>
                <a:gd name="connsiteX2" fmla="*/ 2930856 w 2933700"/>
                <a:gd name="connsiteY2" fmla="*/ 193563 h 2412632"/>
                <a:gd name="connsiteX3" fmla="*/ 1815892 w 2933700"/>
                <a:gd name="connsiteY3" fmla="*/ 234889 h 2412632"/>
                <a:gd name="connsiteX4" fmla="*/ 634272 w 2933700"/>
                <a:gd name="connsiteY4" fmla="*/ 2035692 h 2412632"/>
                <a:gd name="connsiteX5" fmla="*/ 0 w 2933700"/>
                <a:gd name="connsiteY5" fmla="*/ 2412632 h 2412632"/>
                <a:gd name="connsiteX0" fmla="*/ 0 w 2933700"/>
                <a:gd name="connsiteY0" fmla="*/ 2220943 h 2220943"/>
                <a:gd name="connsiteX1" fmla="*/ 2933700 w 2933700"/>
                <a:gd name="connsiteY1" fmla="*/ 2220943 h 2220943"/>
                <a:gd name="connsiteX2" fmla="*/ 2930856 w 2933700"/>
                <a:gd name="connsiteY2" fmla="*/ 1874 h 2220943"/>
                <a:gd name="connsiteX3" fmla="*/ 634272 w 2933700"/>
                <a:gd name="connsiteY3" fmla="*/ 1844003 h 2220943"/>
                <a:gd name="connsiteX4" fmla="*/ 0 w 2933700"/>
                <a:gd name="connsiteY4" fmla="*/ 2220943 h 2220943"/>
                <a:gd name="connsiteX0" fmla="*/ 0 w 2933700"/>
                <a:gd name="connsiteY0" fmla="*/ 2230060 h 2230060"/>
                <a:gd name="connsiteX1" fmla="*/ 2933700 w 2933700"/>
                <a:gd name="connsiteY1" fmla="*/ 2230060 h 2230060"/>
                <a:gd name="connsiteX2" fmla="*/ 2930856 w 2933700"/>
                <a:gd name="connsiteY2" fmla="*/ 10991 h 2230060"/>
                <a:gd name="connsiteX3" fmla="*/ 634272 w 2933700"/>
                <a:gd name="connsiteY3" fmla="*/ 1853120 h 2230060"/>
                <a:gd name="connsiteX4" fmla="*/ 0 w 2933700"/>
                <a:gd name="connsiteY4" fmla="*/ 2230060 h 2230060"/>
                <a:gd name="connsiteX0" fmla="*/ 0 w 2933700"/>
                <a:gd name="connsiteY0" fmla="*/ 2219069 h 2219069"/>
                <a:gd name="connsiteX1" fmla="*/ 2933700 w 2933700"/>
                <a:gd name="connsiteY1" fmla="*/ 2219069 h 2219069"/>
                <a:gd name="connsiteX2" fmla="*/ 2930856 w 2933700"/>
                <a:gd name="connsiteY2" fmla="*/ 0 h 2219069"/>
                <a:gd name="connsiteX3" fmla="*/ 0 w 2933700"/>
                <a:gd name="connsiteY3" fmla="*/ 2219069 h 2219069"/>
                <a:gd name="connsiteX0" fmla="*/ 0 w 2933700"/>
                <a:gd name="connsiteY0" fmla="*/ 2219079 h 2219079"/>
                <a:gd name="connsiteX1" fmla="*/ 2933700 w 2933700"/>
                <a:gd name="connsiteY1" fmla="*/ 2219079 h 2219079"/>
                <a:gd name="connsiteX2" fmla="*/ 2930856 w 2933700"/>
                <a:gd name="connsiteY2" fmla="*/ 10 h 2219079"/>
                <a:gd name="connsiteX3" fmla="*/ 0 w 2933700"/>
                <a:gd name="connsiteY3" fmla="*/ 2219079 h 2219079"/>
                <a:gd name="connsiteX0" fmla="*/ 0 w 2933700"/>
                <a:gd name="connsiteY0" fmla="*/ 2219082 h 2219082"/>
                <a:gd name="connsiteX1" fmla="*/ 2933700 w 2933700"/>
                <a:gd name="connsiteY1" fmla="*/ 2219082 h 2219082"/>
                <a:gd name="connsiteX2" fmla="*/ 2930856 w 2933700"/>
                <a:gd name="connsiteY2" fmla="*/ 13 h 2219082"/>
                <a:gd name="connsiteX3" fmla="*/ 0 w 2933700"/>
                <a:gd name="connsiteY3" fmla="*/ 2219082 h 2219082"/>
                <a:gd name="connsiteX0" fmla="*/ 0 w 2933700"/>
                <a:gd name="connsiteY0" fmla="*/ 2240548 h 2240548"/>
                <a:gd name="connsiteX1" fmla="*/ 2933700 w 2933700"/>
                <a:gd name="connsiteY1" fmla="*/ 2240548 h 2240548"/>
                <a:gd name="connsiteX2" fmla="*/ 2930856 w 2933700"/>
                <a:gd name="connsiteY2" fmla="*/ 21479 h 2240548"/>
                <a:gd name="connsiteX3" fmla="*/ 0 w 2933700"/>
                <a:gd name="connsiteY3" fmla="*/ 2240548 h 2240548"/>
                <a:gd name="connsiteX0" fmla="*/ 0 w 2933700"/>
                <a:gd name="connsiteY0" fmla="*/ 2238872 h 2238872"/>
                <a:gd name="connsiteX1" fmla="*/ 2933700 w 2933700"/>
                <a:gd name="connsiteY1" fmla="*/ 2238872 h 2238872"/>
                <a:gd name="connsiteX2" fmla="*/ 2930856 w 2933700"/>
                <a:gd name="connsiteY2" fmla="*/ 19803 h 2238872"/>
                <a:gd name="connsiteX3" fmla="*/ 0 w 2933700"/>
                <a:gd name="connsiteY3" fmla="*/ 2238872 h 2238872"/>
                <a:gd name="connsiteX0" fmla="*/ 0 w 2933700"/>
                <a:gd name="connsiteY0" fmla="*/ 2238054 h 2238054"/>
                <a:gd name="connsiteX1" fmla="*/ 2933700 w 2933700"/>
                <a:gd name="connsiteY1" fmla="*/ 2238054 h 2238054"/>
                <a:gd name="connsiteX2" fmla="*/ 2930856 w 2933700"/>
                <a:gd name="connsiteY2" fmla="*/ 18985 h 2238054"/>
                <a:gd name="connsiteX3" fmla="*/ 0 w 2933700"/>
                <a:gd name="connsiteY3" fmla="*/ 2238054 h 2238054"/>
                <a:gd name="connsiteX0" fmla="*/ 0 w 2933700"/>
                <a:gd name="connsiteY0" fmla="*/ 2240690 h 2240690"/>
                <a:gd name="connsiteX1" fmla="*/ 2933700 w 2933700"/>
                <a:gd name="connsiteY1" fmla="*/ 2240690 h 2240690"/>
                <a:gd name="connsiteX2" fmla="*/ 2930856 w 2933700"/>
                <a:gd name="connsiteY2" fmla="*/ 21621 h 2240690"/>
                <a:gd name="connsiteX3" fmla="*/ 0 w 2933700"/>
                <a:gd name="connsiteY3" fmla="*/ 2240690 h 2240690"/>
                <a:gd name="connsiteX0" fmla="*/ 0 w 2933700"/>
                <a:gd name="connsiteY0" fmla="*/ 2233873 h 2233873"/>
                <a:gd name="connsiteX1" fmla="*/ 2933700 w 2933700"/>
                <a:gd name="connsiteY1" fmla="*/ 2233873 h 2233873"/>
                <a:gd name="connsiteX2" fmla="*/ 2930856 w 2933700"/>
                <a:gd name="connsiteY2" fmla="*/ 14804 h 2233873"/>
                <a:gd name="connsiteX3" fmla="*/ 0 w 2933700"/>
                <a:gd name="connsiteY3" fmla="*/ 2233873 h 2233873"/>
                <a:gd name="connsiteX0" fmla="*/ 0 w 2933700"/>
                <a:gd name="connsiteY0" fmla="*/ 2221167 h 2221167"/>
                <a:gd name="connsiteX1" fmla="*/ 2933700 w 2933700"/>
                <a:gd name="connsiteY1" fmla="*/ 2221167 h 2221167"/>
                <a:gd name="connsiteX2" fmla="*/ 2930856 w 2933700"/>
                <a:gd name="connsiteY2" fmla="*/ 2098 h 2221167"/>
                <a:gd name="connsiteX3" fmla="*/ 0 w 2933700"/>
                <a:gd name="connsiteY3" fmla="*/ 2221167 h 2221167"/>
                <a:gd name="connsiteX0" fmla="*/ 0 w 2933700"/>
                <a:gd name="connsiteY0" fmla="*/ 2318173 h 2318173"/>
                <a:gd name="connsiteX1" fmla="*/ 2933700 w 2933700"/>
                <a:gd name="connsiteY1" fmla="*/ 2318173 h 2318173"/>
                <a:gd name="connsiteX2" fmla="*/ 2933700 w 2933700"/>
                <a:gd name="connsiteY2" fmla="*/ 2004 h 2318173"/>
                <a:gd name="connsiteX3" fmla="*/ 0 w 2933700"/>
                <a:gd name="connsiteY3" fmla="*/ 2318173 h 2318173"/>
                <a:gd name="connsiteX0" fmla="*/ 0 w 2933700"/>
                <a:gd name="connsiteY0" fmla="*/ 2316207 h 2316207"/>
                <a:gd name="connsiteX1" fmla="*/ 2933700 w 2933700"/>
                <a:gd name="connsiteY1" fmla="*/ 2316207 h 2316207"/>
                <a:gd name="connsiteX2" fmla="*/ 2933700 w 2933700"/>
                <a:gd name="connsiteY2" fmla="*/ 38 h 2316207"/>
                <a:gd name="connsiteX3" fmla="*/ 0 w 2933700"/>
                <a:gd name="connsiteY3" fmla="*/ 2316207 h 2316207"/>
                <a:gd name="connsiteX0" fmla="*/ 0 w 2933700"/>
                <a:gd name="connsiteY0" fmla="*/ 2316317 h 2316317"/>
                <a:gd name="connsiteX1" fmla="*/ 2933700 w 2933700"/>
                <a:gd name="connsiteY1" fmla="*/ 2316317 h 2316317"/>
                <a:gd name="connsiteX2" fmla="*/ 2933700 w 2933700"/>
                <a:gd name="connsiteY2" fmla="*/ 148 h 2316317"/>
                <a:gd name="connsiteX3" fmla="*/ 0 w 2933700"/>
                <a:gd name="connsiteY3" fmla="*/ 2316317 h 2316317"/>
                <a:gd name="connsiteX0" fmla="*/ 0 w 2933700"/>
                <a:gd name="connsiteY0" fmla="*/ 2326290 h 2326290"/>
                <a:gd name="connsiteX1" fmla="*/ 2933700 w 2933700"/>
                <a:gd name="connsiteY1" fmla="*/ 2326290 h 2326290"/>
                <a:gd name="connsiteX2" fmla="*/ 2933700 w 2933700"/>
                <a:gd name="connsiteY2" fmla="*/ 10121 h 2326290"/>
                <a:gd name="connsiteX3" fmla="*/ 0 w 2933700"/>
                <a:gd name="connsiteY3" fmla="*/ 2326290 h 2326290"/>
                <a:gd name="connsiteX0" fmla="*/ 0 w 2933700"/>
                <a:gd name="connsiteY0" fmla="*/ 2384137 h 2384137"/>
                <a:gd name="connsiteX1" fmla="*/ 2933700 w 2933700"/>
                <a:gd name="connsiteY1" fmla="*/ 2384137 h 2384137"/>
                <a:gd name="connsiteX2" fmla="*/ 2933700 w 2933700"/>
                <a:gd name="connsiteY2" fmla="*/ 67968 h 2384137"/>
                <a:gd name="connsiteX3" fmla="*/ 0 w 2933700"/>
                <a:gd name="connsiteY3" fmla="*/ 2384137 h 2384137"/>
                <a:gd name="connsiteX0" fmla="*/ 0 w 2936963"/>
                <a:gd name="connsiteY0" fmla="*/ 2384137 h 2384137"/>
                <a:gd name="connsiteX1" fmla="*/ 2933700 w 2936963"/>
                <a:gd name="connsiteY1" fmla="*/ 2384137 h 2384137"/>
                <a:gd name="connsiteX2" fmla="*/ 2936963 w 2936963"/>
                <a:gd name="connsiteY2" fmla="*/ 2063119 h 2384137"/>
                <a:gd name="connsiteX3" fmla="*/ 2933700 w 2936963"/>
                <a:gd name="connsiteY3" fmla="*/ 67968 h 2384137"/>
                <a:gd name="connsiteX4" fmla="*/ 0 w 2936963"/>
                <a:gd name="connsiteY4" fmla="*/ 2384137 h 2384137"/>
                <a:gd name="connsiteX0" fmla="*/ 0 w 3129497"/>
                <a:gd name="connsiteY0" fmla="*/ 2384137 h 2411649"/>
                <a:gd name="connsiteX1" fmla="*/ 2933700 w 3129497"/>
                <a:gd name="connsiteY1" fmla="*/ 2384137 h 2411649"/>
                <a:gd name="connsiteX2" fmla="*/ 3129497 w 3129497"/>
                <a:gd name="connsiteY2" fmla="*/ 2380313 h 2411649"/>
                <a:gd name="connsiteX3" fmla="*/ 2933700 w 3129497"/>
                <a:gd name="connsiteY3" fmla="*/ 67968 h 2411649"/>
                <a:gd name="connsiteX4" fmla="*/ 0 w 3129497"/>
                <a:gd name="connsiteY4" fmla="*/ 2384137 h 2411649"/>
                <a:gd name="connsiteX0" fmla="*/ 0 w 3129497"/>
                <a:gd name="connsiteY0" fmla="*/ 2384137 h 2384137"/>
                <a:gd name="connsiteX1" fmla="*/ 2933700 w 3129497"/>
                <a:gd name="connsiteY1" fmla="*/ 2384137 h 2384137"/>
                <a:gd name="connsiteX2" fmla="*/ 3129497 w 3129497"/>
                <a:gd name="connsiteY2" fmla="*/ 2380313 h 2384137"/>
                <a:gd name="connsiteX3" fmla="*/ 2933700 w 3129497"/>
                <a:gd name="connsiteY3" fmla="*/ 67968 h 2384137"/>
                <a:gd name="connsiteX4" fmla="*/ 0 w 3129497"/>
                <a:gd name="connsiteY4" fmla="*/ 2384137 h 2384137"/>
                <a:gd name="connsiteX0" fmla="*/ 0 w 3131129"/>
                <a:gd name="connsiteY0" fmla="*/ 2384137 h 2384137"/>
                <a:gd name="connsiteX1" fmla="*/ 2933700 w 3131129"/>
                <a:gd name="connsiteY1" fmla="*/ 2384137 h 2384137"/>
                <a:gd name="connsiteX2" fmla="*/ 3131129 w 3131129"/>
                <a:gd name="connsiteY2" fmla="*/ 2380313 h 2384137"/>
                <a:gd name="connsiteX3" fmla="*/ 2933700 w 3131129"/>
                <a:gd name="connsiteY3" fmla="*/ 67968 h 2384137"/>
                <a:gd name="connsiteX4" fmla="*/ 0 w 3131129"/>
                <a:gd name="connsiteY4" fmla="*/ 2384137 h 2384137"/>
                <a:gd name="connsiteX0" fmla="*/ 0 w 3127866"/>
                <a:gd name="connsiteY0" fmla="*/ 2384137 h 2384137"/>
                <a:gd name="connsiteX1" fmla="*/ 2933700 w 3127866"/>
                <a:gd name="connsiteY1" fmla="*/ 2384137 h 2384137"/>
                <a:gd name="connsiteX2" fmla="*/ 3127866 w 3127866"/>
                <a:gd name="connsiteY2" fmla="*/ 2382913 h 2384137"/>
                <a:gd name="connsiteX3" fmla="*/ 2933700 w 3127866"/>
                <a:gd name="connsiteY3" fmla="*/ 67968 h 2384137"/>
                <a:gd name="connsiteX4" fmla="*/ 0 w 3127866"/>
                <a:gd name="connsiteY4" fmla="*/ 2384137 h 2384137"/>
                <a:gd name="connsiteX0" fmla="*/ 0 w 3132761"/>
                <a:gd name="connsiteY0" fmla="*/ 2384137 h 2384137"/>
                <a:gd name="connsiteX1" fmla="*/ 2933700 w 3132761"/>
                <a:gd name="connsiteY1" fmla="*/ 2384137 h 2384137"/>
                <a:gd name="connsiteX2" fmla="*/ 3132761 w 3132761"/>
                <a:gd name="connsiteY2" fmla="*/ 2382913 h 2384137"/>
                <a:gd name="connsiteX3" fmla="*/ 2933700 w 3132761"/>
                <a:gd name="connsiteY3" fmla="*/ 67968 h 2384137"/>
                <a:gd name="connsiteX4" fmla="*/ 0 w 3132761"/>
                <a:gd name="connsiteY4" fmla="*/ 2384137 h 2384137"/>
                <a:gd name="connsiteX0" fmla="*/ 0 w 3149099"/>
                <a:gd name="connsiteY0" fmla="*/ 2493306 h 2493306"/>
                <a:gd name="connsiteX1" fmla="*/ 2933700 w 3149099"/>
                <a:gd name="connsiteY1" fmla="*/ 2493306 h 2493306"/>
                <a:gd name="connsiteX2" fmla="*/ 3132761 w 3149099"/>
                <a:gd name="connsiteY2" fmla="*/ 2492082 h 2493306"/>
                <a:gd name="connsiteX3" fmla="*/ 2950016 w 3149099"/>
                <a:gd name="connsiteY3" fmla="*/ 419923 h 2493306"/>
                <a:gd name="connsiteX4" fmla="*/ 2933700 w 3149099"/>
                <a:gd name="connsiteY4" fmla="*/ 177137 h 2493306"/>
                <a:gd name="connsiteX5" fmla="*/ 0 w 3149099"/>
                <a:gd name="connsiteY5" fmla="*/ 2493306 h 2493306"/>
                <a:gd name="connsiteX0" fmla="*/ 0 w 3209483"/>
                <a:gd name="connsiteY0" fmla="*/ 2499557 h 2499557"/>
                <a:gd name="connsiteX1" fmla="*/ 2933700 w 3209483"/>
                <a:gd name="connsiteY1" fmla="*/ 2499557 h 2499557"/>
                <a:gd name="connsiteX2" fmla="*/ 3132761 w 3209483"/>
                <a:gd name="connsiteY2" fmla="*/ 2498333 h 2499557"/>
                <a:gd name="connsiteX3" fmla="*/ 3136024 w 3209483"/>
                <a:gd name="connsiteY3" fmla="*/ 405374 h 2499557"/>
                <a:gd name="connsiteX4" fmla="*/ 2933700 w 3209483"/>
                <a:gd name="connsiteY4" fmla="*/ 183388 h 2499557"/>
                <a:gd name="connsiteX5" fmla="*/ 0 w 3209483"/>
                <a:gd name="connsiteY5" fmla="*/ 2499557 h 2499557"/>
                <a:gd name="connsiteX0" fmla="*/ 0 w 3209483"/>
                <a:gd name="connsiteY0" fmla="*/ 2499557 h 2499557"/>
                <a:gd name="connsiteX1" fmla="*/ 2933700 w 3209483"/>
                <a:gd name="connsiteY1" fmla="*/ 2499557 h 2499557"/>
                <a:gd name="connsiteX2" fmla="*/ 3132761 w 3209483"/>
                <a:gd name="connsiteY2" fmla="*/ 2498333 h 2499557"/>
                <a:gd name="connsiteX3" fmla="*/ 3136024 w 3209483"/>
                <a:gd name="connsiteY3" fmla="*/ 405374 h 2499557"/>
                <a:gd name="connsiteX4" fmla="*/ 2933700 w 3209483"/>
                <a:gd name="connsiteY4" fmla="*/ 183388 h 2499557"/>
                <a:gd name="connsiteX5" fmla="*/ 0 w 3209483"/>
                <a:gd name="connsiteY5" fmla="*/ 2499557 h 2499557"/>
                <a:gd name="connsiteX0" fmla="*/ 0 w 3136024"/>
                <a:gd name="connsiteY0" fmla="*/ 2384138 h 2384138"/>
                <a:gd name="connsiteX1" fmla="*/ 2933700 w 3136024"/>
                <a:gd name="connsiteY1" fmla="*/ 2384138 h 2384138"/>
                <a:gd name="connsiteX2" fmla="*/ 3132761 w 3136024"/>
                <a:gd name="connsiteY2" fmla="*/ 2382914 h 2384138"/>
                <a:gd name="connsiteX3" fmla="*/ 3136024 w 3136024"/>
                <a:gd name="connsiteY3" fmla="*/ 289955 h 2384138"/>
                <a:gd name="connsiteX4" fmla="*/ 2933700 w 3136024"/>
                <a:gd name="connsiteY4" fmla="*/ 67969 h 2384138"/>
                <a:gd name="connsiteX5" fmla="*/ 0 w 3136024"/>
                <a:gd name="connsiteY5" fmla="*/ 2384138 h 2384138"/>
                <a:gd name="connsiteX0" fmla="*/ 0 w 3133227"/>
                <a:gd name="connsiteY0" fmla="*/ 2384138 h 2384138"/>
                <a:gd name="connsiteX1" fmla="*/ 2933700 w 3133227"/>
                <a:gd name="connsiteY1" fmla="*/ 2384138 h 2384138"/>
                <a:gd name="connsiteX2" fmla="*/ 3132761 w 3133227"/>
                <a:gd name="connsiteY2" fmla="*/ 2382914 h 2384138"/>
                <a:gd name="connsiteX3" fmla="*/ 3133227 w 3133227"/>
                <a:gd name="connsiteY3" fmla="*/ 116130 h 2384138"/>
                <a:gd name="connsiteX4" fmla="*/ 2933700 w 3133227"/>
                <a:gd name="connsiteY4" fmla="*/ 67969 h 2384138"/>
                <a:gd name="connsiteX5" fmla="*/ 0 w 3133227"/>
                <a:gd name="connsiteY5" fmla="*/ 2384138 h 2384138"/>
                <a:gd name="connsiteX0" fmla="*/ 0 w 3133227"/>
                <a:gd name="connsiteY0" fmla="*/ 2336258 h 2336258"/>
                <a:gd name="connsiteX1" fmla="*/ 2933700 w 3133227"/>
                <a:gd name="connsiteY1" fmla="*/ 2336258 h 2336258"/>
                <a:gd name="connsiteX2" fmla="*/ 3132761 w 3133227"/>
                <a:gd name="connsiteY2" fmla="*/ 2335034 h 2336258"/>
                <a:gd name="connsiteX3" fmla="*/ 3133227 w 3133227"/>
                <a:gd name="connsiteY3" fmla="*/ 68250 h 2336258"/>
                <a:gd name="connsiteX4" fmla="*/ 3090338 w 3133227"/>
                <a:gd name="connsiteY4" fmla="*/ 69117 h 2336258"/>
                <a:gd name="connsiteX5" fmla="*/ 0 w 3133227"/>
                <a:gd name="connsiteY5" fmla="*/ 2336258 h 2336258"/>
                <a:gd name="connsiteX0" fmla="*/ 0 w 3340345"/>
                <a:gd name="connsiteY0" fmla="*/ 2336258 h 2336258"/>
                <a:gd name="connsiteX1" fmla="*/ 2933700 w 3340345"/>
                <a:gd name="connsiteY1" fmla="*/ 2336258 h 2336258"/>
                <a:gd name="connsiteX2" fmla="*/ 3132761 w 3340345"/>
                <a:gd name="connsiteY2" fmla="*/ 2335034 h 2336258"/>
                <a:gd name="connsiteX3" fmla="*/ 3090338 w 3340345"/>
                <a:gd name="connsiteY3" fmla="*/ 69117 h 2336258"/>
                <a:gd name="connsiteX4" fmla="*/ 0 w 3340345"/>
                <a:gd name="connsiteY4" fmla="*/ 2336258 h 2336258"/>
                <a:gd name="connsiteX0" fmla="*/ 0 w 3374476"/>
                <a:gd name="connsiteY0" fmla="*/ 2331908 h 2331908"/>
                <a:gd name="connsiteX1" fmla="*/ 2933700 w 3374476"/>
                <a:gd name="connsiteY1" fmla="*/ 2331908 h 2331908"/>
                <a:gd name="connsiteX2" fmla="*/ 3132761 w 3374476"/>
                <a:gd name="connsiteY2" fmla="*/ 2330684 h 2331908"/>
                <a:gd name="connsiteX3" fmla="*/ 3137889 w 3374476"/>
                <a:gd name="connsiteY3" fmla="*/ 69224 h 2331908"/>
                <a:gd name="connsiteX4" fmla="*/ 0 w 3374476"/>
                <a:gd name="connsiteY4" fmla="*/ 2331908 h 2331908"/>
                <a:gd name="connsiteX0" fmla="*/ 0 w 3137889"/>
                <a:gd name="connsiteY0" fmla="*/ 2331908 h 2331908"/>
                <a:gd name="connsiteX1" fmla="*/ 2933700 w 3137889"/>
                <a:gd name="connsiteY1" fmla="*/ 2331908 h 2331908"/>
                <a:gd name="connsiteX2" fmla="*/ 3132761 w 3137889"/>
                <a:gd name="connsiteY2" fmla="*/ 2330684 h 2331908"/>
                <a:gd name="connsiteX3" fmla="*/ 3137889 w 3137889"/>
                <a:gd name="connsiteY3" fmla="*/ 69224 h 2331908"/>
                <a:gd name="connsiteX4" fmla="*/ 0 w 3137889"/>
                <a:gd name="connsiteY4" fmla="*/ 2331908 h 2331908"/>
                <a:gd name="connsiteX0" fmla="*/ 0 w 3137889"/>
                <a:gd name="connsiteY0" fmla="*/ 2378539 h 2378539"/>
                <a:gd name="connsiteX1" fmla="*/ 2933700 w 3137889"/>
                <a:gd name="connsiteY1" fmla="*/ 2378539 h 2378539"/>
                <a:gd name="connsiteX2" fmla="*/ 3132761 w 3137889"/>
                <a:gd name="connsiteY2" fmla="*/ 2377315 h 2378539"/>
                <a:gd name="connsiteX3" fmla="*/ 3137889 w 3137889"/>
                <a:gd name="connsiteY3" fmla="*/ 115855 h 2378539"/>
                <a:gd name="connsiteX4" fmla="*/ 0 w 3137889"/>
                <a:gd name="connsiteY4" fmla="*/ 2378539 h 2378539"/>
                <a:gd name="connsiteX0" fmla="*/ 0 w 3137889"/>
                <a:gd name="connsiteY0" fmla="*/ 2378539 h 2378539"/>
                <a:gd name="connsiteX1" fmla="*/ 2933700 w 3137889"/>
                <a:gd name="connsiteY1" fmla="*/ 2378539 h 2378539"/>
                <a:gd name="connsiteX2" fmla="*/ 3132761 w 3137889"/>
                <a:gd name="connsiteY2" fmla="*/ 2377315 h 2378539"/>
                <a:gd name="connsiteX3" fmla="*/ 3137889 w 3137889"/>
                <a:gd name="connsiteY3" fmla="*/ 115855 h 2378539"/>
                <a:gd name="connsiteX4" fmla="*/ 0 w 3137889"/>
                <a:gd name="connsiteY4" fmla="*/ 2378539 h 2378539"/>
                <a:gd name="connsiteX0" fmla="*/ 0 w 3137889"/>
                <a:gd name="connsiteY0" fmla="*/ 2378539 h 2378539"/>
                <a:gd name="connsiteX1" fmla="*/ 2933700 w 3137889"/>
                <a:gd name="connsiteY1" fmla="*/ 2378539 h 2378539"/>
                <a:gd name="connsiteX2" fmla="*/ 3136677 w 3137889"/>
                <a:gd name="connsiteY2" fmla="*/ 2377315 h 2378539"/>
                <a:gd name="connsiteX3" fmla="*/ 3137889 w 3137889"/>
                <a:gd name="connsiteY3" fmla="*/ 115855 h 2378539"/>
                <a:gd name="connsiteX4" fmla="*/ 0 w 3137889"/>
                <a:gd name="connsiteY4" fmla="*/ 2378539 h 2378539"/>
                <a:gd name="connsiteX0" fmla="*/ 0 w 3137889"/>
                <a:gd name="connsiteY0" fmla="*/ 2378539 h 2378539"/>
                <a:gd name="connsiteX1" fmla="*/ 2933700 w 3137889"/>
                <a:gd name="connsiteY1" fmla="*/ 2378539 h 2378539"/>
                <a:gd name="connsiteX2" fmla="*/ 3136677 w 3137889"/>
                <a:gd name="connsiteY2" fmla="*/ 2377315 h 2378539"/>
                <a:gd name="connsiteX3" fmla="*/ 3137889 w 3137889"/>
                <a:gd name="connsiteY3" fmla="*/ 115855 h 2378539"/>
                <a:gd name="connsiteX4" fmla="*/ 0 w 3137889"/>
                <a:gd name="connsiteY4" fmla="*/ 2378539 h 2378539"/>
                <a:gd name="connsiteX0" fmla="*/ 0 w 3140593"/>
                <a:gd name="connsiteY0" fmla="*/ 2378539 h 2378539"/>
                <a:gd name="connsiteX1" fmla="*/ 2933700 w 3140593"/>
                <a:gd name="connsiteY1" fmla="*/ 2378539 h 2378539"/>
                <a:gd name="connsiteX2" fmla="*/ 3140593 w 3140593"/>
                <a:gd name="connsiteY2" fmla="*/ 2377315 h 2378539"/>
                <a:gd name="connsiteX3" fmla="*/ 3137889 w 3140593"/>
                <a:gd name="connsiteY3" fmla="*/ 115855 h 2378539"/>
                <a:gd name="connsiteX4" fmla="*/ 0 w 3140593"/>
                <a:gd name="connsiteY4" fmla="*/ 2378539 h 2378539"/>
                <a:gd name="connsiteX0" fmla="*/ 0 w 3140593"/>
                <a:gd name="connsiteY0" fmla="*/ 2378539 h 2378539"/>
                <a:gd name="connsiteX1" fmla="*/ 3140593 w 3140593"/>
                <a:gd name="connsiteY1" fmla="*/ 2377315 h 2378539"/>
                <a:gd name="connsiteX2" fmla="*/ 3137889 w 3140593"/>
                <a:gd name="connsiteY2" fmla="*/ 115855 h 2378539"/>
                <a:gd name="connsiteX3" fmla="*/ 0 w 3140593"/>
                <a:gd name="connsiteY3" fmla="*/ 2378539 h 2378539"/>
                <a:gd name="connsiteX0" fmla="*/ 0 w 3140593"/>
                <a:gd name="connsiteY0" fmla="*/ 2379792 h 2379792"/>
                <a:gd name="connsiteX1" fmla="*/ 3140593 w 3140593"/>
                <a:gd name="connsiteY1" fmla="*/ 2378568 h 2379792"/>
                <a:gd name="connsiteX2" fmla="*/ 3139521 w 3140593"/>
                <a:gd name="connsiteY2" fmla="*/ 115808 h 2379792"/>
                <a:gd name="connsiteX3" fmla="*/ 0 w 3140593"/>
                <a:gd name="connsiteY3" fmla="*/ 2379792 h 2379792"/>
                <a:gd name="connsiteX0" fmla="*/ 0 w 3140593"/>
                <a:gd name="connsiteY0" fmla="*/ 2378540 h 2378540"/>
                <a:gd name="connsiteX1" fmla="*/ 3140593 w 3140593"/>
                <a:gd name="connsiteY1" fmla="*/ 2377316 h 2378540"/>
                <a:gd name="connsiteX2" fmla="*/ 3138705 w 3140593"/>
                <a:gd name="connsiteY2" fmla="*/ 115856 h 2378540"/>
                <a:gd name="connsiteX3" fmla="*/ 0 w 3140593"/>
                <a:gd name="connsiteY3" fmla="*/ 2378540 h 2378540"/>
                <a:gd name="connsiteX0" fmla="*/ 0 w 3372863"/>
                <a:gd name="connsiteY0" fmla="*/ 2378540 h 2378540"/>
                <a:gd name="connsiteX1" fmla="*/ 3140593 w 3372863"/>
                <a:gd name="connsiteY1" fmla="*/ 2377316 h 2378540"/>
                <a:gd name="connsiteX2" fmla="*/ 3139284 w 3372863"/>
                <a:gd name="connsiteY2" fmla="*/ 1201172 h 2378540"/>
                <a:gd name="connsiteX3" fmla="*/ 3138705 w 3372863"/>
                <a:gd name="connsiteY3" fmla="*/ 115856 h 2378540"/>
                <a:gd name="connsiteX4" fmla="*/ 0 w 3372863"/>
                <a:gd name="connsiteY4" fmla="*/ 2378540 h 2378540"/>
                <a:gd name="connsiteX0" fmla="*/ 41419 w 3414282"/>
                <a:gd name="connsiteY0" fmla="*/ 2329449 h 2329449"/>
                <a:gd name="connsiteX1" fmla="*/ 3182012 w 3414282"/>
                <a:gd name="connsiteY1" fmla="*/ 2328225 h 2329449"/>
                <a:gd name="connsiteX2" fmla="*/ 3180703 w 3414282"/>
                <a:gd name="connsiteY2" fmla="*/ 1152081 h 2329449"/>
                <a:gd name="connsiteX3" fmla="*/ 3180124 w 3414282"/>
                <a:gd name="connsiteY3" fmla="*/ 66765 h 2329449"/>
                <a:gd name="connsiteX4" fmla="*/ 1499878 w 3414282"/>
                <a:gd name="connsiteY4" fmla="*/ 359243 h 2329449"/>
                <a:gd name="connsiteX5" fmla="*/ 41419 w 3414282"/>
                <a:gd name="connsiteY5" fmla="*/ 2329449 h 2329449"/>
                <a:gd name="connsiteX0" fmla="*/ 24425 w 3397288"/>
                <a:gd name="connsiteY0" fmla="*/ 2329449 h 2329449"/>
                <a:gd name="connsiteX1" fmla="*/ 3165018 w 3397288"/>
                <a:gd name="connsiteY1" fmla="*/ 2328225 h 2329449"/>
                <a:gd name="connsiteX2" fmla="*/ 3163709 w 3397288"/>
                <a:gd name="connsiteY2" fmla="*/ 1152081 h 2329449"/>
                <a:gd name="connsiteX3" fmla="*/ 3163130 w 3397288"/>
                <a:gd name="connsiteY3" fmla="*/ 66765 h 2329449"/>
                <a:gd name="connsiteX4" fmla="*/ 1482884 w 3397288"/>
                <a:gd name="connsiteY4" fmla="*/ 359243 h 2329449"/>
                <a:gd name="connsiteX5" fmla="*/ 24425 w 3397288"/>
                <a:gd name="connsiteY5" fmla="*/ 2329449 h 2329449"/>
                <a:gd name="connsiteX0" fmla="*/ 0 w 3372863"/>
                <a:gd name="connsiteY0" fmla="*/ 2329449 h 2329449"/>
                <a:gd name="connsiteX1" fmla="*/ 3140593 w 3372863"/>
                <a:gd name="connsiteY1" fmla="*/ 2328225 h 2329449"/>
                <a:gd name="connsiteX2" fmla="*/ 3139284 w 3372863"/>
                <a:gd name="connsiteY2" fmla="*/ 1152081 h 2329449"/>
                <a:gd name="connsiteX3" fmla="*/ 3138705 w 3372863"/>
                <a:gd name="connsiteY3" fmla="*/ 66765 h 2329449"/>
                <a:gd name="connsiteX4" fmla="*/ 1458459 w 3372863"/>
                <a:gd name="connsiteY4" fmla="*/ 359243 h 2329449"/>
                <a:gd name="connsiteX5" fmla="*/ 0 w 3372863"/>
                <a:gd name="connsiteY5" fmla="*/ 2329449 h 2329449"/>
                <a:gd name="connsiteX0" fmla="*/ 0 w 3372863"/>
                <a:gd name="connsiteY0" fmla="*/ 2329449 h 2329449"/>
                <a:gd name="connsiteX1" fmla="*/ 3140593 w 3372863"/>
                <a:gd name="connsiteY1" fmla="*/ 2328225 h 2329449"/>
                <a:gd name="connsiteX2" fmla="*/ 3139284 w 3372863"/>
                <a:gd name="connsiteY2" fmla="*/ 1152081 h 2329449"/>
                <a:gd name="connsiteX3" fmla="*/ 3138705 w 3372863"/>
                <a:gd name="connsiteY3" fmla="*/ 66765 h 2329449"/>
                <a:gd name="connsiteX4" fmla="*/ 1458459 w 3372863"/>
                <a:gd name="connsiteY4" fmla="*/ 359243 h 2329449"/>
                <a:gd name="connsiteX5" fmla="*/ 0 w 3372863"/>
                <a:gd name="connsiteY5" fmla="*/ 2329449 h 2329449"/>
                <a:gd name="connsiteX0" fmla="*/ 0 w 3372863"/>
                <a:gd name="connsiteY0" fmla="*/ 2329449 h 2329449"/>
                <a:gd name="connsiteX1" fmla="*/ 3140593 w 3372863"/>
                <a:gd name="connsiteY1" fmla="*/ 2328225 h 2329449"/>
                <a:gd name="connsiteX2" fmla="*/ 3139284 w 3372863"/>
                <a:gd name="connsiteY2" fmla="*/ 1152081 h 2329449"/>
                <a:gd name="connsiteX3" fmla="*/ 3138705 w 3372863"/>
                <a:gd name="connsiteY3" fmla="*/ 66765 h 2329449"/>
                <a:gd name="connsiteX4" fmla="*/ 1458459 w 3372863"/>
                <a:gd name="connsiteY4" fmla="*/ 359243 h 2329449"/>
                <a:gd name="connsiteX5" fmla="*/ 0 w 3372863"/>
                <a:gd name="connsiteY5" fmla="*/ 2329449 h 2329449"/>
                <a:gd name="connsiteX0" fmla="*/ 0 w 3372863"/>
                <a:gd name="connsiteY0" fmla="*/ 2329449 h 2329449"/>
                <a:gd name="connsiteX1" fmla="*/ 3140593 w 3372863"/>
                <a:gd name="connsiteY1" fmla="*/ 2328225 h 2329449"/>
                <a:gd name="connsiteX2" fmla="*/ 3139284 w 3372863"/>
                <a:gd name="connsiteY2" fmla="*/ 1152081 h 2329449"/>
                <a:gd name="connsiteX3" fmla="*/ 3138705 w 3372863"/>
                <a:gd name="connsiteY3" fmla="*/ 66765 h 2329449"/>
                <a:gd name="connsiteX4" fmla="*/ 1458459 w 3372863"/>
                <a:gd name="connsiteY4" fmla="*/ 359243 h 2329449"/>
                <a:gd name="connsiteX5" fmla="*/ 0 w 3372863"/>
                <a:gd name="connsiteY5" fmla="*/ 2329449 h 2329449"/>
                <a:gd name="connsiteX0" fmla="*/ 0 w 3372863"/>
                <a:gd name="connsiteY0" fmla="*/ 2329449 h 2329449"/>
                <a:gd name="connsiteX1" fmla="*/ 3140593 w 3372863"/>
                <a:gd name="connsiteY1" fmla="*/ 2328225 h 2329449"/>
                <a:gd name="connsiteX2" fmla="*/ 3139284 w 3372863"/>
                <a:gd name="connsiteY2" fmla="*/ 1152081 h 2329449"/>
                <a:gd name="connsiteX3" fmla="*/ 3138705 w 3372863"/>
                <a:gd name="connsiteY3" fmla="*/ 66765 h 2329449"/>
                <a:gd name="connsiteX4" fmla="*/ 1458459 w 3372863"/>
                <a:gd name="connsiteY4" fmla="*/ 359243 h 2329449"/>
                <a:gd name="connsiteX5" fmla="*/ 0 w 3372863"/>
                <a:gd name="connsiteY5" fmla="*/ 2329449 h 2329449"/>
                <a:gd name="connsiteX0" fmla="*/ 0 w 3372863"/>
                <a:gd name="connsiteY0" fmla="*/ 2329449 h 2329449"/>
                <a:gd name="connsiteX1" fmla="*/ 3140593 w 3372863"/>
                <a:gd name="connsiteY1" fmla="*/ 2328225 h 2329449"/>
                <a:gd name="connsiteX2" fmla="*/ 3139284 w 3372863"/>
                <a:gd name="connsiteY2" fmla="*/ 1152081 h 2329449"/>
                <a:gd name="connsiteX3" fmla="*/ 3138705 w 3372863"/>
                <a:gd name="connsiteY3" fmla="*/ 66765 h 2329449"/>
                <a:gd name="connsiteX4" fmla="*/ 1458459 w 3372863"/>
                <a:gd name="connsiteY4" fmla="*/ 359243 h 2329449"/>
                <a:gd name="connsiteX5" fmla="*/ 0 w 3372863"/>
                <a:gd name="connsiteY5" fmla="*/ 2329449 h 2329449"/>
                <a:gd name="connsiteX0" fmla="*/ 0 w 3372863"/>
                <a:gd name="connsiteY0" fmla="*/ 2329449 h 2329449"/>
                <a:gd name="connsiteX1" fmla="*/ 3140593 w 3372863"/>
                <a:gd name="connsiteY1" fmla="*/ 2328225 h 2329449"/>
                <a:gd name="connsiteX2" fmla="*/ 3139284 w 3372863"/>
                <a:gd name="connsiteY2" fmla="*/ 1152081 h 2329449"/>
                <a:gd name="connsiteX3" fmla="*/ 3138705 w 3372863"/>
                <a:gd name="connsiteY3" fmla="*/ 66765 h 2329449"/>
                <a:gd name="connsiteX4" fmla="*/ 1458459 w 3372863"/>
                <a:gd name="connsiteY4" fmla="*/ 359243 h 2329449"/>
                <a:gd name="connsiteX5" fmla="*/ 0 w 3372863"/>
                <a:gd name="connsiteY5" fmla="*/ 2329449 h 2329449"/>
                <a:gd name="connsiteX0" fmla="*/ 0 w 3372863"/>
                <a:gd name="connsiteY0" fmla="*/ 2329449 h 2329449"/>
                <a:gd name="connsiteX1" fmla="*/ 3140593 w 3372863"/>
                <a:gd name="connsiteY1" fmla="*/ 2328225 h 2329449"/>
                <a:gd name="connsiteX2" fmla="*/ 3139284 w 3372863"/>
                <a:gd name="connsiteY2" fmla="*/ 1152081 h 2329449"/>
                <a:gd name="connsiteX3" fmla="*/ 3138705 w 3372863"/>
                <a:gd name="connsiteY3" fmla="*/ 66765 h 2329449"/>
                <a:gd name="connsiteX4" fmla="*/ 1458459 w 3372863"/>
                <a:gd name="connsiteY4" fmla="*/ 359243 h 2329449"/>
                <a:gd name="connsiteX5" fmla="*/ 0 w 3372863"/>
                <a:gd name="connsiteY5" fmla="*/ 2329449 h 2329449"/>
                <a:gd name="connsiteX0" fmla="*/ 0 w 3372863"/>
                <a:gd name="connsiteY0" fmla="*/ 2329449 h 2329449"/>
                <a:gd name="connsiteX1" fmla="*/ 3140593 w 3372863"/>
                <a:gd name="connsiteY1" fmla="*/ 2328225 h 2329449"/>
                <a:gd name="connsiteX2" fmla="*/ 3139284 w 3372863"/>
                <a:gd name="connsiteY2" fmla="*/ 1152081 h 2329449"/>
                <a:gd name="connsiteX3" fmla="*/ 3138705 w 3372863"/>
                <a:gd name="connsiteY3" fmla="*/ 66765 h 2329449"/>
                <a:gd name="connsiteX4" fmla="*/ 1458459 w 3372863"/>
                <a:gd name="connsiteY4" fmla="*/ 359243 h 2329449"/>
                <a:gd name="connsiteX5" fmla="*/ 0 w 3372863"/>
                <a:gd name="connsiteY5" fmla="*/ 2329449 h 2329449"/>
                <a:gd name="connsiteX0" fmla="*/ 0 w 3372863"/>
                <a:gd name="connsiteY0" fmla="*/ 2329449 h 2329449"/>
                <a:gd name="connsiteX1" fmla="*/ 3140593 w 3372863"/>
                <a:gd name="connsiteY1" fmla="*/ 2328225 h 2329449"/>
                <a:gd name="connsiteX2" fmla="*/ 3139284 w 3372863"/>
                <a:gd name="connsiteY2" fmla="*/ 1152081 h 2329449"/>
                <a:gd name="connsiteX3" fmla="*/ 3138705 w 3372863"/>
                <a:gd name="connsiteY3" fmla="*/ 66765 h 2329449"/>
                <a:gd name="connsiteX4" fmla="*/ 1458459 w 3372863"/>
                <a:gd name="connsiteY4" fmla="*/ 359243 h 2329449"/>
                <a:gd name="connsiteX5" fmla="*/ 0 w 3372863"/>
                <a:gd name="connsiteY5" fmla="*/ 2329449 h 2329449"/>
                <a:gd name="connsiteX0" fmla="*/ 0 w 3372863"/>
                <a:gd name="connsiteY0" fmla="*/ 2329449 h 2329449"/>
                <a:gd name="connsiteX1" fmla="*/ 3140593 w 3372863"/>
                <a:gd name="connsiteY1" fmla="*/ 2328225 h 2329449"/>
                <a:gd name="connsiteX2" fmla="*/ 3139284 w 3372863"/>
                <a:gd name="connsiteY2" fmla="*/ 1152081 h 2329449"/>
                <a:gd name="connsiteX3" fmla="*/ 3138705 w 3372863"/>
                <a:gd name="connsiteY3" fmla="*/ 66765 h 2329449"/>
                <a:gd name="connsiteX4" fmla="*/ 1458459 w 3372863"/>
                <a:gd name="connsiteY4" fmla="*/ 359243 h 2329449"/>
                <a:gd name="connsiteX5" fmla="*/ 0 w 3372863"/>
                <a:gd name="connsiteY5" fmla="*/ 2329449 h 2329449"/>
                <a:gd name="connsiteX0" fmla="*/ 0 w 3448011"/>
                <a:gd name="connsiteY0" fmla="*/ 2005938 h 2005938"/>
                <a:gd name="connsiteX1" fmla="*/ 3140593 w 3448011"/>
                <a:gd name="connsiteY1" fmla="*/ 2004714 h 2005938"/>
                <a:gd name="connsiteX2" fmla="*/ 3139284 w 3448011"/>
                <a:gd name="connsiteY2" fmla="*/ 828570 h 2005938"/>
                <a:gd name="connsiteX3" fmla="*/ 1458459 w 3448011"/>
                <a:gd name="connsiteY3" fmla="*/ 35732 h 2005938"/>
                <a:gd name="connsiteX4" fmla="*/ 0 w 3448011"/>
                <a:gd name="connsiteY4" fmla="*/ 2005938 h 2005938"/>
                <a:gd name="connsiteX0" fmla="*/ 0 w 3168650"/>
                <a:gd name="connsiteY0" fmla="*/ 1970207 h 1970207"/>
                <a:gd name="connsiteX1" fmla="*/ 3140593 w 3168650"/>
                <a:gd name="connsiteY1" fmla="*/ 1968983 h 1970207"/>
                <a:gd name="connsiteX2" fmla="*/ 1458459 w 3168650"/>
                <a:gd name="connsiteY2" fmla="*/ 1 h 1970207"/>
                <a:gd name="connsiteX3" fmla="*/ 0 w 3168650"/>
                <a:gd name="connsiteY3" fmla="*/ 1970207 h 1970207"/>
                <a:gd name="connsiteX0" fmla="*/ 0 w 3140593"/>
                <a:gd name="connsiteY0" fmla="*/ 1970214 h 1970214"/>
                <a:gd name="connsiteX1" fmla="*/ 3140593 w 3140593"/>
                <a:gd name="connsiteY1" fmla="*/ 1968990 h 1970214"/>
                <a:gd name="connsiteX2" fmla="*/ 1458459 w 3140593"/>
                <a:gd name="connsiteY2" fmla="*/ 8 h 1970214"/>
                <a:gd name="connsiteX3" fmla="*/ 0 w 3140593"/>
                <a:gd name="connsiteY3" fmla="*/ 1970214 h 1970214"/>
                <a:gd name="connsiteX0" fmla="*/ 0 w 3140593"/>
                <a:gd name="connsiteY0" fmla="*/ 1970206 h 1970206"/>
                <a:gd name="connsiteX1" fmla="*/ 3140593 w 3140593"/>
                <a:gd name="connsiteY1" fmla="*/ 1968982 h 1970206"/>
                <a:gd name="connsiteX2" fmla="*/ 1458459 w 3140593"/>
                <a:gd name="connsiteY2" fmla="*/ 0 h 1970206"/>
                <a:gd name="connsiteX3" fmla="*/ 0 w 3140593"/>
                <a:gd name="connsiteY3" fmla="*/ 1970206 h 1970206"/>
                <a:gd name="connsiteX0" fmla="*/ 0 w 2475364"/>
                <a:gd name="connsiteY0" fmla="*/ 1970206 h 1970206"/>
                <a:gd name="connsiteX1" fmla="*/ 2475364 w 2475364"/>
                <a:gd name="connsiteY1" fmla="*/ 1968982 h 1970206"/>
                <a:gd name="connsiteX2" fmla="*/ 1458459 w 2475364"/>
                <a:gd name="connsiteY2" fmla="*/ 0 h 1970206"/>
                <a:gd name="connsiteX3" fmla="*/ 0 w 2475364"/>
                <a:gd name="connsiteY3" fmla="*/ 1970206 h 1970206"/>
                <a:gd name="connsiteX0" fmla="*/ 0 w 2475364"/>
                <a:gd name="connsiteY0" fmla="*/ 1970206 h 1970206"/>
                <a:gd name="connsiteX1" fmla="*/ 2475364 w 2475364"/>
                <a:gd name="connsiteY1" fmla="*/ 1968982 h 1970206"/>
                <a:gd name="connsiteX2" fmla="*/ 1458459 w 2475364"/>
                <a:gd name="connsiteY2" fmla="*/ 0 h 1970206"/>
                <a:gd name="connsiteX3" fmla="*/ 0 w 2475364"/>
                <a:gd name="connsiteY3" fmla="*/ 1970206 h 1970206"/>
                <a:gd name="connsiteX0" fmla="*/ 0 w 2518406"/>
                <a:gd name="connsiteY0" fmla="*/ 1970206 h 1970206"/>
                <a:gd name="connsiteX1" fmla="*/ 2475364 w 2518406"/>
                <a:gd name="connsiteY1" fmla="*/ 1968982 h 1970206"/>
                <a:gd name="connsiteX2" fmla="*/ 1458459 w 2518406"/>
                <a:gd name="connsiteY2" fmla="*/ 0 h 1970206"/>
                <a:gd name="connsiteX3" fmla="*/ 0 w 2518406"/>
                <a:gd name="connsiteY3" fmla="*/ 1970206 h 1970206"/>
                <a:gd name="connsiteX0" fmla="*/ 0 w 2475364"/>
                <a:gd name="connsiteY0" fmla="*/ 1970206 h 1970206"/>
                <a:gd name="connsiteX1" fmla="*/ 2475364 w 2475364"/>
                <a:gd name="connsiteY1" fmla="*/ 1968982 h 1970206"/>
                <a:gd name="connsiteX2" fmla="*/ 1458459 w 2475364"/>
                <a:gd name="connsiteY2" fmla="*/ 0 h 1970206"/>
                <a:gd name="connsiteX3" fmla="*/ 0 w 2475364"/>
                <a:gd name="connsiteY3" fmla="*/ 1970206 h 1970206"/>
                <a:gd name="connsiteX0" fmla="*/ 0 w 2475364"/>
                <a:gd name="connsiteY0" fmla="*/ 1970206 h 1970206"/>
                <a:gd name="connsiteX1" fmla="*/ 2475364 w 2475364"/>
                <a:gd name="connsiteY1" fmla="*/ 1968982 h 1970206"/>
                <a:gd name="connsiteX2" fmla="*/ 1458459 w 2475364"/>
                <a:gd name="connsiteY2" fmla="*/ 0 h 1970206"/>
                <a:gd name="connsiteX3" fmla="*/ 0 w 2475364"/>
                <a:gd name="connsiteY3" fmla="*/ 1970206 h 1970206"/>
                <a:gd name="connsiteX0" fmla="*/ 0 w 2475364"/>
                <a:gd name="connsiteY0" fmla="*/ 1970206 h 1970206"/>
                <a:gd name="connsiteX1" fmla="*/ 2475364 w 2475364"/>
                <a:gd name="connsiteY1" fmla="*/ 1968982 h 1970206"/>
                <a:gd name="connsiteX2" fmla="*/ 1458459 w 2475364"/>
                <a:gd name="connsiteY2" fmla="*/ 0 h 1970206"/>
                <a:gd name="connsiteX3" fmla="*/ 0 w 2475364"/>
                <a:gd name="connsiteY3" fmla="*/ 1970206 h 1970206"/>
                <a:gd name="connsiteX0" fmla="*/ 0 w 2475364"/>
                <a:gd name="connsiteY0" fmla="*/ 1970206 h 1970206"/>
                <a:gd name="connsiteX1" fmla="*/ 2475364 w 2475364"/>
                <a:gd name="connsiteY1" fmla="*/ 1968982 h 1970206"/>
                <a:gd name="connsiteX2" fmla="*/ 1458459 w 2475364"/>
                <a:gd name="connsiteY2" fmla="*/ 0 h 1970206"/>
                <a:gd name="connsiteX3" fmla="*/ 0 w 2475364"/>
                <a:gd name="connsiteY3" fmla="*/ 1970206 h 1970206"/>
                <a:gd name="connsiteX0" fmla="*/ 0 w 2475364"/>
                <a:gd name="connsiteY0" fmla="*/ 1970206 h 1970206"/>
                <a:gd name="connsiteX1" fmla="*/ 2475364 w 2475364"/>
                <a:gd name="connsiteY1" fmla="*/ 1968982 h 1970206"/>
                <a:gd name="connsiteX2" fmla="*/ 1465933 w 2475364"/>
                <a:gd name="connsiteY2" fmla="*/ 0 h 1970206"/>
                <a:gd name="connsiteX3" fmla="*/ 0 w 2475364"/>
                <a:gd name="connsiteY3" fmla="*/ 1970206 h 1970206"/>
                <a:gd name="connsiteX0" fmla="*/ 0 w 2475364"/>
                <a:gd name="connsiteY0" fmla="*/ 1970206 h 1970206"/>
                <a:gd name="connsiteX1" fmla="*/ 2475364 w 2475364"/>
                <a:gd name="connsiteY1" fmla="*/ 1968982 h 1970206"/>
                <a:gd name="connsiteX2" fmla="*/ 1465933 w 2475364"/>
                <a:gd name="connsiteY2" fmla="*/ 0 h 1970206"/>
                <a:gd name="connsiteX3" fmla="*/ 0 w 2475364"/>
                <a:gd name="connsiteY3" fmla="*/ 1970206 h 1970206"/>
                <a:gd name="connsiteX0" fmla="*/ 0 w 2475364"/>
                <a:gd name="connsiteY0" fmla="*/ 1970206 h 1970206"/>
                <a:gd name="connsiteX1" fmla="*/ 2475364 w 2475364"/>
                <a:gd name="connsiteY1" fmla="*/ 1968982 h 1970206"/>
                <a:gd name="connsiteX2" fmla="*/ 1465933 w 2475364"/>
                <a:gd name="connsiteY2" fmla="*/ 0 h 1970206"/>
                <a:gd name="connsiteX3" fmla="*/ 0 w 2475364"/>
                <a:gd name="connsiteY3" fmla="*/ 1970206 h 1970206"/>
                <a:gd name="connsiteX0" fmla="*/ 0 w 2475364"/>
                <a:gd name="connsiteY0" fmla="*/ 1970206 h 1970206"/>
                <a:gd name="connsiteX1" fmla="*/ 2475364 w 2475364"/>
                <a:gd name="connsiteY1" fmla="*/ 1968982 h 1970206"/>
                <a:gd name="connsiteX2" fmla="*/ 1465933 w 2475364"/>
                <a:gd name="connsiteY2" fmla="*/ 0 h 1970206"/>
                <a:gd name="connsiteX3" fmla="*/ 0 w 2475364"/>
                <a:gd name="connsiteY3" fmla="*/ 1970206 h 1970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75364" h="1970206">
                  <a:moveTo>
                    <a:pt x="0" y="1970206"/>
                  </a:moveTo>
                  <a:lnTo>
                    <a:pt x="2475364" y="1968982"/>
                  </a:lnTo>
                  <a:cubicBezTo>
                    <a:pt x="2326030" y="904939"/>
                    <a:pt x="1878494" y="-204"/>
                    <a:pt x="1465933" y="0"/>
                  </a:cubicBezTo>
                  <a:cubicBezTo>
                    <a:pt x="849385" y="614882"/>
                    <a:pt x="635269" y="1867385"/>
                    <a:pt x="0" y="197020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it-IT" sz="160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9D6DB1E5-EA07-42AE-A9A0-6424FFFA4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550" y="2231318"/>
            <a:ext cx="5773976" cy="830997"/>
          </a:xfrm>
        </p:spPr>
        <p:txBody>
          <a:bodyPr wrap="square" anchor="b">
            <a:noAutofit/>
          </a:bodyPr>
          <a:lstStyle>
            <a:lvl1pPr marL="12700">
              <a:lnSpc>
                <a:spcPct val="100000"/>
              </a:lnSpc>
              <a:defRPr lang="it-IT" sz="5400" b="1" i="0" spc="75" dirty="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endParaRPr lang="it-IT"/>
          </a:p>
        </p:txBody>
      </p:sp>
      <p:sp>
        <p:nvSpPr>
          <p:cNvPr id="13" name="Shape 39">
            <a:extLst>
              <a:ext uri="{FF2B5EF4-FFF2-40B4-BE49-F238E27FC236}">
                <a16:creationId xmlns:a16="http://schemas.microsoft.com/office/drawing/2014/main" id="{3C2636E2-3539-49B9-B458-5B1462296717}"/>
              </a:ext>
            </a:extLst>
          </p:cNvPr>
          <p:cNvSpPr/>
          <p:nvPr userDrawn="1"/>
        </p:nvSpPr>
        <p:spPr>
          <a:xfrm>
            <a:off x="119129" y="6584756"/>
            <a:ext cx="2135199" cy="16446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8" tIns="35718" rIns="35718" bIns="35718" anchor="ctr">
            <a:spAutoFit/>
          </a:bodyPr>
          <a:lstStyle>
            <a:lvl1pPr algn="r"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 lvl="0" algn="ctr"/>
            <a:r>
              <a:rPr lang="it-IT" sz="600" kern="1200">
                <a:solidFill>
                  <a:schemeClr val="bg2">
                    <a:lumMod val="75000"/>
                  </a:schemeClr>
                </a:solidFill>
                <a:latin typeface="+mn-lt"/>
                <a:cs typeface="Arial" panose="020B0604020202020204" pitchFamily="34" charset="0"/>
                <a:sym typeface="Helvetica Neue"/>
              </a:rPr>
              <a:t>DEFINITIVO </a:t>
            </a:r>
            <a:r>
              <a:rPr lang="it-IT" sz="600">
                <a:solidFill>
                  <a:schemeClr val="bg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– USO INTERNO – RIPRODUZIONE VIETATA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6D79DFA5-7634-49C5-AF16-E45AD11B52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2120" y="6112256"/>
            <a:ext cx="3241216" cy="369332"/>
          </a:xfrm>
        </p:spPr>
        <p:txBody>
          <a:bodyPr wrap="square" anchor="b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Data</a:t>
            </a:r>
            <a:endParaRPr lang="it-IT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52C1AF-B8DA-1472-2586-242D8BAC776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340941" y="5150664"/>
            <a:ext cx="342900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169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DB00D30-8D76-4030-B0C4-132CE8F7CC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797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DB00D30-8D76-4030-B0C4-132CE8F7CC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657137BC-5798-4C92-B200-0DDFAD94D7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000" b="1" i="0" baseline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F77E4E3-7ED0-4B31-BF0D-6BC3A46C91C1}"/>
              </a:ext>
            </a:extLst>
          </p:cNvPr>
          <p:cNvGrpSpPr/>
          <p:nvPr userDrawn="1"/>
        </p:nvGrpSpPr>
        <p:grpSpPr>
          <a:xfrm>
            <a:off x="-5084" y="-9342"/>
            <a:ext cx="3005948" cy="1276168"/>
            <a:chOff x="-5084" y="-9343"/>
            <a:chExt cx="12197084" cy="5208871"/>
          </a:xfrm>
          <a:solidFill>
            <a:srgbClr val="21B8C6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96189F8-B6ED-4E22-AE0D-39795B042BB6}"/>
                </a:ext>
              </a:extLst>
            </p:cNvPr>
            <p:cNvSpPr/>
            <p:nvPr userDrawn="1"/>
          </p:nvSpPr>
          <p:spPr>
            <a:xfrm flipH="1" flipV="1">
              <a:off x="-5084" y="-9342"/>
              <a:ext cx="12197084" cy="5208870"/>
            </a:xfrm>
            <a:custGeom>
              <a:avLst/>
              <a:gdLst>
                <a:gd name="connsiteX0" fmla="*/ 0 w 2933700"/>
                <a:gd name="connsiteY0" fmla="*/ 1943100 h 1943100"/>
                <a:gd name="connsiteX1" fmla="*/ 2933700 w 2933700"/>
                <a:gd name="connsiteY1" fmla="*/ 1943100 h 1943100"/>
                <a:gd name="connsiteX2" fmla="*/ 2933700 w 2933700"/>
                <a:gd name="connsiteY2" fmla="*/ 0 h 1943100"/>
                <a:gd name="connsiteX3" fmla="*/ 1511300 w 2933700"/>
                <a:gd name="connsiteY3" fmla="*/ 0 h 1943100"/>
                <a:gd name="connsiteX4" fmla="*/ 546100 w 2933700"/>
                <a:gd name="connsiteY4" fmla="*/ 1549400 h 1943100"/>
                <a:gd name="connsiteX5" fmla="*/ 0 w 2933700"/>
                <a:gd name="connsiteY5" fmla="*/ 1943100 h 1943100"/>
                <a:gd name="connsiteX0" fmla="*/ 0 w 2933700"/>
                <a:gd name="connsiteY0" fmla="*/ 2162070 h 2162070"/>
                <a:gd name="connsiteX1" fmla="*/ 2933700 w 2933700"/>
                <a:gd name="connsiteY1" fmla="*/ 2162070 h 2162070"/>
                <a:gd name="connsiteX2" fmla="*/ 2933700 w 2933700"/>
                <a:gd name="connsiteY2" fmla="*/ 218970 h 2162070"/>
                <a:gd name="connsiteX3" fmla="*/ 1511300 w 2933700"/>
                <a:gd name="connsiteY3" fmla="*/ 218970 h 2162070"/>
                <a:gd name="connsiteX4" fmla="*/ 546100 w 2933700"/>
                <a:gd name="connsiteY4" fmla="*/ 1768370 h 2162070"/>
                <a:gd name="connsiteX5" fmla="*/ 0 w 2933700"/>
                <a:gd name="connsiteY5" fmla="*/ 2162070 h 2162070"/>
                <a:gd name="connsiteX0" fmla="*/ 0 w 2933700"/>
                <a:gd name="connsiteY0" fmla="*/ 2162070 h 2162070"/>
                <a:gd name="connsiteX1" fmla="*/ 2933700 w 2933700"/>
                <a:gd name="connsiteY1" fmla="*/ 2162070 h 2162070"/>
                <a:gd name="connsiteX2" fmla="*/ 2933700 w 2933700"/>
                <a:gd name="connsiteY2" fmla="*/ 218970 h 2162070"/>
                <a:gd name="connsiteX3" fmla="*/ 1511300 w 2933700"/>
                <a:gd name="connsiteY3" fmla="*/ 218970 h 2162070"/>
                <a:gd name="connsiteX4" fmla="*/ 546100 w 2933700"/>
                <a:gd name="connsiteY4" fmla="*/ 1768370 h 2162070"/>
                <a:gd name="connsiteX5" fmla="*/ 0 w 2933700"/>
                <a:gd name="connsiteY5" fmla="*/ 2162070 h 2162070"/>
                <a:gd name="connsiteX0" fmla="*/ 0 w 2933700"/>
                <a:gd name="connsiteY0" fmla="*/ 2178141 h 2178141"/>
                <a:gd name="connsiteX1" fmla="*/ 2933700 w 2933700"/>
                <a:gd name="connsiteY1" fmla="*/ 2178141 h 2178141"/>
                <a:gd name="connsiteX2" fmla="*/ 2933700 w 2933700"/>
                <a:gd name="connsiteY2" fmla="*/ 235041 h 2178141"/>
                <a:gd name="connsiteX3" fmla="*/ 1703674 w 2933700"/>
                <a:gd name="connsiteY3" fmla="*/ 201521 h 2178141"/>
                <a:gd name="connsiteX4" fmla="*/ 546100 w 2933700"/>
                <a:gd name="connsiteY4" fmla="*/ 1784441 h 2178141"/>
                <a:gd name="connsiteX5" fmla="*/ 0 w 2933700"/>
                <a:gd name="connsiteY5" fmla="*/ 2178141 h 2178141"/>
                <a:gd name="connsiteX0" fmla="*/ 0 w 2933700"/>
                <a:gd name="connsiteY0" fmla="*/ 2279616 h 2279616"/>
                <a:gd name="connsiteX1" fmla="*/ 2933700 w 2933700"/>
                <a:gd name="connsiteY1" fmla="*/ 2279616 h 2279616"/>
                <a:gd name="connsiteX2" fmla="*/ 2933700 w 2933700"/>
                <a:gd name="connsiteY2" fmla="*/ 336516 h 2279616"/>
                <a:gd name="connsiteX3" fmla="*/ 1912079 w 2933700"/>
                <a:gd name="connsiteY3" fmla="*/ 135394 h 2279616"/>
                <a:gd name="connsiteX4" fmla="*/ 546100 w 2933700"/>
                <a:gd name="connsiteY4" fmla="*/ 1885916 h 2279616"/>
                <a:gd name="connsiteX5" fmla="*/ 0 w 2933700"/>
                <a:gd name="connsiteY5" fmla="*/ 2279616 h 2279616"/>
                <a:gd name="connsiteX0" fmla="*/ 0 w 2933700"/>
                <a:gd name="connsiteY0" fmla="*/ 2282085 h 2282085"/>
                <a:gd name="connsiteX1" fmla="*/ 2933700 w 2933700"/>
                <a:gd name="connsiteY1" fmla="*/ 2282085 h 2282085"/>
                <a:gd name="connsiteX2" fmla="*/ 2933700 w 2933700"/>
                <a:gd name="connsiteY2" fmla="*/ 338985 h 2282085"/>
                <a:gd name="connsiteX3" fmla="*/ 1912079 w 2933700"/>
                <a:gd name="connsiteY3" fmla="*/ 137863 h 2282085"/>
                <a:gd name="connsiteX4" fmla="*/ 682365 w 2933700"/>
                <a:gd name="connsiteY4" fmla="*/ 1921905 h 2282085"/>
                <a:gd name="connsiteX5" fmla="*/ 0 w 2933700"/>
                <a:gd name="connsiteY5" fmla="*/ 2282085 h 2282085"/>
                <a:gd name="connsiteX0" fmla="*/ 0 w 2933700"/>
                <a:gd name="connsiteY0" fmla="*/ 2280851 h 2280851"/>
                <a:gd name="connsiteX1" fmla="*/ 2933700 w 2933700"/>
                <a:gd name="connsiteY1" fmla="*/ 2280851 h 2280851"/>
                <a:gd name="connsiteX2" fmla="*/ 2933700 w 2933700"/>
                <a:gd name="connsiteY2" fmla="*/ 337751 h 2280851"/>
                <a:gd name="connsiteX3" fmla="*/ 1912079 w 2933700"/>
                <a:gd name="connsiteY3" fmla="*/ 136629 h 2280851"/>
                <a:gd name="connsiteX4" fmla="*/ 634272 w 2933700"/>
                <a:gd name="connsiteY4" fmla="*/ 1903911 h 2280851"/>
                <a:gd name="connsiteX5" fmla="*/ 0 w 2933700"/>
                <a:gd name="connsiteY5" fmla="*/ 2280851 h 2280851"/>
                <a:gd name="connsiteX0" fmla="*/ 0 w 2933700"/>
                <a:gd name="connsiteY0" fmla="*/ 2304918 h 2304918"/>
                <a:gd name="connsiteX1" fmla="*/ 2933700 w 2933700"/>
                <a:gd name="connsiteY1" fmla="*/ 2304918 h 2304918"/>
                <a:gd name="connsiteX2" fmla="*/ 2933700 w 2933700"/>
                <a:gd name="connsiteY2" fmla="*/ 361818 h 2304918"/>
                <a:gd name="connsiteX3" fmla="*/ 1815892 w 2933700"/>
                <a:gd name="connsiteY3" fmla="*/ 127175 h 2304918"/>
                <a:gd name="connsiteX4" fmla="*/ 634272 w 2933700"/>
                <a:gd name="connsiteY4" fmla="*/ 1927978 h 2304918"/>
                <a:gd name="connsiteX5" fmla="*/ 0 w 2933700"/>
                <a:gd name="connsiteY5" fmla="*/ 2304918 h 2304918"/>
                <a:gd name="connsiteX0" fmla="*/ 0 w 2933700"/>
                <a:gd name="connsiteY0" fmla="*/ 2304918 h 2304918"/>
                <a:gd name="connsiteX1" fmla="*/ 2933700 w 2933700"/>
                <a:gd name="connsiteY1" fmla="*/ 2304918 h 2304918"/>
                <a:gd name="connsiteX2" fmla="*/ 2933700 w 2933700"/>
                <a:gd name="connsiteY2" fmla="*/ 361818 h 2304918"/>
                <a:gd name="connsiteX3" fmla="*/ 1815892 w 2933700"/>
                <a:gd name="connsiteY3" fmla="*/ 127175 h 2304918"/>
                <a:gd name="connsiteX4" fmla="*/ 634272 w 2933700"/>
                <a:gd name="connsiteY4" fmla="*/ 1927978 h 2304918"/>
                <a:gd name="connsiteX5" fmla="*/ 0 w 2933700"/>
                <a:gd name="connsiteY5" fmla="*/ 2304918 h 2304918"/>
                <a:gd name="connsiteX0" fmla="*/ 0 w 2933700"/>
                <a:gd name="connsiteY0" fmla="*/ 2304918 h 2304918"/>
                <a:gd name="connsiteX1" fmla="*/ 2933700 w 2933700"/>
                <a:gd name="connsiteY1" fmla="*/ 2304918 h 2304918"/>
                <a:gd name="connsiteX2" fmla="*/ 2933700 w 2933700"/>
                <a:gd name="connsiteY2" fmla="*/ 361818 h 2304918"/>
                <a:gd name="connsiteX3" fmla="*/ 1815892 w 2933700"/>
                <a:gd name="connsiteY3" fmla="*/ 127175 h 2304918"/>
                <a:gd name="connsiteX4" fmla="*/ 634272 w 2933700"/>
                <a:gd name="connsiteY4" fmla="*/ 1927978 h 2304918"/>
                <a:gd name="connsiteX5" fmla="*/ 0 w 2933700"/>
                <a:gd name="connsiteY5" fmla="*/ 2304918 h 2304918"/>
                <a:gd name="connsiteX0" fmla="*/ 0 w 2933700"/>
                <a:gd name="connsiteY0" fmla="*/ 2304918 h 2304918"/>
                <a:gd name="connsiteX1" fmla="*/ 2933700 w 2933700"/>
                <a:gd name="connsiteY1" fmla="*/ 2304918 h 2304918"/>
                <a:gd name="connsiteX2" fmla="*/ 2933700 w 2933700"/>
                <a:gd name="connsiteY2" fmla="*/ 361818 h 2304918"/>
                <a:gd name="connsiteX3" fmla="*/ 1815892 w 2933700"/>
                <a:gd name="connsiteY3" fmla="*/ 127175 h 2304918"/>
                <a:gd name="connsiteX4" fmla="*/ 634272 w 2933700"/>
                <a:gd name="connsiteY4" fmla="*/ 1927978 h 2304918"/>
                <a:gd name="connsiteX5" fmla="*/ 0 w 2933700"/>
                <a:gd name="connsiteY5" fmla="*/ 2304918 h 2304918"/>
                <a:gd name="connsiteX0" fmla="*/ 0 w 2933700"/>
                <a:gd name="connsiteY0" fmla="*/ 2304918 h 2304918"/>
                <a:gd name="connsiteX1" fmla="*/ 2933700 w 2933700"/>
                <a:gd name="connsiteY1" fmla="*/ 2304918 h 2304918"/>
                <a:gd name="connsiteX2" fmla="*/ 2933700 w 2933700"/>
                <a:gd name="connsiteY2" fmla="*/ 361818 h 2304918"/>
                <a:gd name="connsiteX3" fmla="*/ 1815892 w 2933700"/>
                <a:gd name="connsiteY3" fmla="*/ 127175 h 2304918"/>
                <a:gd name="connsiteX4" fmla="*/ 634272 w 2933700"/>
                <a:gd name="connsiteY4" fmla="*/ 1927978 h 2304918"/>
                <a:gd name="connsiteX5" fmla="*/ 0 w 2933700"/>
                <a:gd name="connsiteY5" fmla="*/ 2304918 h 2304918"/>
                <a:gd name="connsiteX0" fmla="*/ 0 w 2933700"/>
                <a:gd name="connsiteY0" fmla="*/ 2421064 h 2421064"/>
                <a:gd name="connsiteX1" fmla="*/ 2933700 w 2933700"/>
                <a:gd name="connsiteY1" fmla="*/ 2421064 h 2421064"/>
                <a:gd name="connsiteX2" fmla="*/ 2930856 w 2933700"/>
                <a:gd name="connsiteY2" fmla="*/ 201995 h 2421064"/>
                <a:gd name="connsiteX3" fmla="*/ 1815892 w 2933700"/>
                <a:gd name="connsiteY3" fmla="*/ 243321 h 2421064"/>
                <a:gd name="connsiteX4" fmla="*/ 634272 w 2933700"/>
                <a:gd name="connsiteY4" fmla="*/ 2044124 h 2421064"/>
                <a:gd name="connsiteX5" fmla="*/ 0 w 2933700"/>
                <a:gd name="connsiteY5" fmla="*/ 2421064 h 2421064"/>
                <a:gd name="connsiteX0" fmla="*/ 0 w 2933700"/>
                <a:gd name="connsiteY0" fmla="*/ 2412632 h 2412632"/>
                <a:gd name="connsiteX1" fmla="*/ 2933700 w 2933700"/>
                <a:gd name="connsiteY1" fmla="*/ 2412632 h 2412632"/>
                <a:gd name="connsiteX2" fmla="*/ 2930856 w 2933700"/>
                <a:gd name="connsiteY2" fmla="*/ 193563 h 2412632"/>
                <a:gd name="connsiteX3" fmla="*/ 1815892 w 2933700"/>
                <a:gd name="connsiteY3" fmla="*/ 234889 h 2412632"/>
                <a:gd name="connsiteX4" fmla="*/ 634272 w 2933700"/>
                <a:gd name="connsiteY4" fmla="*/ 2035692 h 2412632"/>
                <a:gd name="connsiteX5" fmla="*/ 0 w 2933700"/>
                <a:gd name="connsiteY5" fmla="*/ 2412632 h 2412632"/>
                <a:gd name="connsiteX0" fmla="*/ 0 w 2933700"/>
                <a:gd name="connsiteY0" fmla="*/ 2220943 h 2220943"/>
                <a:gd name="connsiteX1" fmla="*/ 2933700 w 2933700"/>
                <a:gd name="connsiteY1" fmla="*/ 2220943 h 2220943"/>
                <a:gd name="connsiteX2" fmla="*/ 2930856 w 2933700"/>
                <a:gd name="connsiteY2" fmla="*/ 1874 h 2220943"/>
                <a:gd name="connsiteX3" fmla="*/ 634272 w 2933700"/>
                <a:gd name="connsiteY3" fmla="*/ 1844003 h 2220943"/>
                <a:gd name="connsiteX4" fmla="*/ 0 w 2933700"/>
                <a:gd name="connsiteY4" fmla="*/ 2220943 h 2220943"/>
                <a:gd name="connsiteX0" fmla="*/ 0 w 2933700"/>
                <a:gd name="connsiteY0" fmla="*/ 2230060 h 2230060"/>
                <a:gd name="connsiteX1" fmla="*/ 2933700 w 2933700"/>
                <a:gd name="connsiteY1" fmla="*/ 2230060 h 2230060"/>
                <a:gd name="connsiteX2" fmla="*/ 2930856 w 2933700"/>
                <a:gd name="connsiteY2" fmla="*/ 10991 h 2230060"/>
                <a:gd name="connsiteX3" fmla="*/ 634272 w 2933700"/>
                <a:gd name="connsiteY3" fmla="*/ 1853120 h 2230060"/>
                <a:gd name="connsiteX4" fmla="*/ 0 w 2933700"/>
                <a:gd name="connsiteY4" fmla="*/ 2230060 h 2230060"/>
                <a:gd name="connsiteX0" fmla="*/ 0 w 2933700"/>
                <a:gd name="connsiteY0" fmla="*/ 2219069 h 2219069"/>
                <a:gd name="connsiteX1" fmla="*/ 2933700 w 2933700"/>
                <a:gd name="connsiteY1" fmla="*/ 2219069 h 2219069"/>
                <a:gd name="connsiteX2" fmla="*/ 2930856 w 2933700"/>
                <a:gd name="connsiteY2" fmla="*/ 0 h 2219069"/>
                <a:gd name="connsiteX3" fmla="*/ 0 w 2933700"/>
                <a:gd name="connsiteY3" fmla="*/ 2219069 h 2219069"/>
                <a:gd name="connsiteX0" fmla="*/ 0 w 2933700"/>
                <a:gd name="connsiteY0" fmla="*/ 2219079 h 2219079"/>
                <a:gd name="connsiteX1" fmla="*/ 2933700 w 2933700"/>
                <a:gd name="connsiteY1" fmla="*/ 2219079 h 2219079"/>
                <a:gd name="connsiteX2" fmla="*/ 2930856 w 2933700"/>
                <a:gd name="connsiteY2" fmla="*/ 10 h 2219079"/>
                <a:gd name="connsiteX3" fmla="*/ 0 w 2933700"/>
                <a:gd name="connsiteY3" fmla="*/ 2219079 h 2219079"/>
                <a:gd name="connsiteX0" fmla="*/ 0 w 2933700"/>
                <a:gd name="connsiteY0" fmla="*/ 2219082 h 2219082"/>
                <a:gd name="connsiteX1" fmla="*/ 2933700 w 2933700"/>
                <a:gd name="connsiteY1" fmla="*/ 2219082 h 2219082"/>
                <a:gd name="connsiteX2" fmla="*/ 2930856 w 2933700"/>
                <a:gd name="connsiteY2" fmla="*/ 13 h 2219082"/>
                <a:gd name="connsiteX3" fmla="*/ 0 w 2933700"/>
                <a:gd name="connsiteY3" fmla="*/ 2219082 h 2219082"/>
                <a:gd name="connsiteX0" fmla="*/ 0 w 2933700"/>
                <a:gd name="connsiteY0" fmla="*/ 2240548 h 2240548"/>
                <a:gd name="connsiteX1" fmla="*/ 2933700 w 2933700"/>
                <a:gd name="connsiteY1" fmla="*/ 2240548 h 2240548"/>
                <a:gd name="connsiteX2" fmla="*/ 2930856 w 2933700"/>
                <a:gd name="connsiteY2" fmla="*/ 21479 h 2240548"/>
                <a:gd name="connsiteX3" fmla="*/ 0 w 2933700"/>
                <a:gd name="connsiteY3" fmla="*/ 2240548 h 2240548"/>
                <a:gd name="connsiteX0" fmla="*/ 0 w 2933700"/>
                <a:gd name="connsiteY0" fmla="*/ 2238872 h 2238872"/>
                <a:gd name="connsiteX1" fmla="*/ 2933700 w 2933700"/>
                <a:gd name="connsiteY1" fmla="*/ 2238872 h 2238872"/>
                <a:gd name="connsiteX2" fmla="*/ 2930856 w 2933700"/>
                <a:gd name="connsiteY2" fmla="*/ 19803 h 2238872"/>
                <a:gd name="connsiteX3" fmla="*/ 0 w 2933700"/>
                <a:gd name="connsiteY3" fmla="*/ 2238872 h 2238872"/>
                <a:gd name="connsiteX0" fmla="*/ 0 w 2933700"/>
                <a:gd name="connsiteY0" fmla="*/ 2238054 h 2238054"/>
                <a:gd name="connsiteX1" fmla="*/ 2933700 w 2933700"/>
                <a:gd name="connsiteY1" fmla="*/ 2238054 h 2238054"/>
                <a:gd name="connsiteX2" fmla="*/ 2930856 w 2933700"/>
                <a:gd name="connsiteY2" fmla="*/ 18985 h 2238054"/>
                <a:gd name="connsiteX3" fmla="*/ 0 w 2933700"/>
                <a:gd name="connsiteY3" fmla="*/ 2238054 h 2238054"/>
                <a:gd name="connsiteX0" fmla="*/ 0 w 2933700"/>
                <a:gd name="connsiteY0" fmla="*/ 2240690 h 2240690"/>
                <a:gd name="connsiteX1" fmla="*/ 2933700 w 2933700"/>
                <a:gd name="connsiteY1" fmla="*/ 2240690 h 2240690"/>
                <a:gd name="connsiteX2" fmla="*/ 2930856 w 2933700"/>
                <a:gd name="connsiteY2" fmla="*/ 21621 h 2240690"/>
                <a:gd name="connsiteX3" fmla="*/ 0 w 2933700"/>
                <a:gd name="connsiteY3" fmla="*/ 2240690 h 2240690"/>
                <a:gd name="connsiteX0" fmla="*/ 0 w 2933700"/>
                <a:gd name="connsiteY0" fmla="*/ 2233873 h 2233873"/>
                <a:gd name="connsiteX1" fmla="*/ 2933700 w 2933700"/>
                <a:gd name="connsiteY1" fmla="*/ 2233873 h 2233873"/>
                <a:gd name="connsiteX2" fmla="*/ 2930856 w 2933700"/>
                <a:gd name="connsiteY2" fmla="*/ 14804 h 2233873"/>
                <a:gd name="connsiteX3" fmla="*/ 0 w 2933700"/>
                <a:gd name="connsiteY3" fmla="*/ 2233873 h 2233873"/>
                <a:gd name="connsiteX0" fmla="*/ 0 w 2933700"/>
                <a:gd name="connsiteY0" fmla="*/ 2221167 h 2221167"/>
                <a:gd name="connsiteX1" fmla="*/ 2933700 w 2933700"/>
                <a:gd name="connsiteY1" fmla="*/ 2221167 h 2221167"/>
                <a:gd name="connsiteX2" fmla="*/ 2930856 w 2933700"/>
                <a:gd name="connsiteY2" fmla="*/ 2098 h 2221167"/>
                <a:gd name="connsiteX3" fmla="*/ 0 w 2933700"/>
                <a:gd name="connsiteY3" fmla="*/ 2221167 h 2221167"/>
                <a:gd name="connsiteX0" fmla="*/ 0 w 2933700"/>
                <a:gd name="connsiteY0" fmla="*/ 2318173 h 2318173"/>
                <a:gd name="connsiteX1" fmla="*/ 2933700 w 2933700"/>
                <a:gd name="connsiteY1" fmla="*/ 2318173 h 2318173"/>
                <a:gd name="connsiteX2" fmla="*/ 2933700 w 2933700"/>
                <a:gd name="connsiteY2" fmla="*/ 2004 h 2318173"/>
                <a:gd name="connsiteX3" fmla="*/ 0 w 2933700"/>
                <a:gd name="connsiteY3" fmla="*/ 2318173 h 2318173"/>
                <a:gd name="connsiteX0" fmla="*/ 0 w 2933700"/>
                <a:gd name="connsiteY0" fmla="*/ 2316207 h 2316207"/>
                <a:gd name="connsiteX1" fmla="*/ 2933700 w 2933700"/>
                <a:gd name="connsiteY1" fmla="*/ 2316207 h 2316207"/>
                <a:gd name="connsiteX2" fmla="*/ 2933700 w 2933700"/>
                <a:gd name="connsiteY2" fmla="*/ 38 h 2316207"/>
                <a:gd name="connsiteX3" fmla="*/ 0 w 2933700"/>
                <a:gd name="connsiteY3" fmla="*/ 2316207 h 2316207"/>
                <a:gd name="connsiteX0" fmla="*/ 0 w 2933700"/>
                <a:gd name="connsiteY0" fmla="*/ 2316317 h 2316317"/>
                <a:gd name="connsiteX1" fmla="*/ 2933700 w 2933700"/>
                <a:gd name="connsiteY1" fmla="*/ 2316317 h 2316317"/>
                <a:gd name="connsiteX2" fmla="*/ 2933700 w 2933700"/>
                <a:gd name="connsiteY2" fmla="*/ 148 h 2316317"/>
                <a:gd name="connsiteX3" fmla="*/ 0 w 2933700"/>
                <a:gd name="connsiteY3" fmla="*/ 2316317 h 2316317"/>
                <a:gd name="connsiteX0" fmla="*/ 0 w 2933700"/>
                <a:gd name="connsiteY0" fmla="*/ 2326290 h 2326290"/>
                <a:gd name="connsiteX1" fmla="*/ 2933700 w 2933700"/>
                <a:gd name="connsiteY1" fmla="*/ 2326290 h 2326290"/>
                <a:gd name="connsiteX2" fmla="*/ 2933700 w 2933700"/>
                <a:gd name="connsiteY2" fmla="*/ 10121 h 2326290"/>
                <a:gd name="connsiteX3" fmla="*/ 0 w 2933700"/>
                <a:gd name="connsiteY3" fmla="*/ 2326290 h 2326290"/>
                <a:gd name="connsiteX0" fmla="*/ 0 w 2933700"/>
                <a:gd name="connsiteY0" fmla="*/ 2384137 h 2384137"/>
                <a:gd name="connsiteX1" fmla="*/ 2933700 w 2933700"/>
                <a:gd name="connsiteY1" fmla="*/ 2384137 h 2384137"/>
                <a:gd name="connsiteX2" fmla="*/ 2933700 w 2933700"/>
                <a:gd name="connsiteY2" fmla="*/ 67968 h 2384137"/>
                <a:gd name="connsiteX3" fmla="*/ 0 w 2933700"/>
                <a:gd name="connsiteY3" fmla="*/ 2384137 h 2384137"/>
                <a:gd name="connsiteX0" fmla="*/ 0 w 2936963"/>
                <a:gd name="connsiteY0" fmla="*/ 2384137 h 2384137"/>
                <a:gd name="connsiteX1" fmla="*/ 2933700 w 2936963"/>
                <a:gd name="connsiteY1" fmla="*/ 2384137 h 2384137"/>
                <a:gd name="connsiteX2" fmla="*/ 2936963 w 2936963"/>
                <a:gd name="connsiteY2" fmla="*/ 2063119 h 2384137"/>
                <a:gd name="connsiteX3" fmla="*/ 2933700 w 2936963"/>
                <a:gd name="connsiteY3" fmla="*/ 67968 h 2384137"/>
                <a:gd name="connsiteX4" fmla="*/ 0 w 2936963"/>
                <a:gd name="connsiteY4" fmla="*/ 2384137 h 2384137"/>
                <a:gd name="connsiteX0" fmla="*/ 0 w 3129497"/>
                <a:gd name="connsiteY0" fmla="*/ 2384137 h 2411649"/>
                <a:gd name="connsiteX1" fmla="*/ 2933700 w 3129497"/>
                <a:gd name="connsiteY1" fmla="*/ 2384137 h 2411649"/>
                <a:gd name="connsiteX2" fmla="*/ 3129497 w 3129497"/>
                <a:gd name="connsiteY2" fmla="*/ 2380313 h 2411649"/>
                <a:gd name="connsiteX3" fmla="*/ 2933700 w 3129497"/>
                <a:gd name="connsiteY3" fmla="*/ 67968 h 2411649"/>
                <a:gd name="connsiteX4" fmla="*/ 0 w 3129497"/>
                <a:gd name="connsiteY4" fmla="*/ 2384137 h 2411649"/>
                <a:gd name="connsiteX0" fmla="*/ 0 w 3129497"/>
                <a:gd name="connsiteY0" fmla="*/ 2384137 h 2384137"/>
                <a:gd name="connsiteX1" fmla="*/ 2933700 w 3129497"/>
                <a:gd name="connsiteY1" fmla="*/ 2384137 h 2384137"/>
                <a:gd name="connsiteX2" fmla="*/ 3129497 w 3129497"/>
                <a:gd name="connsiteY2" fmla="*/ 2380313 h 2384137"/>
                <a:gd name="connsiteX3" fmla="*/ 2933700 w 3129497"/>
                <a:gd name="connsiteY3" fmla="*/ 67968 h 2384137"/>
                <a:gd name="connsiteX4" fmla="*/ 0 w 3129497"/>
                <a:gd name="connsiteY4" fmla="*/ 2384137 h 2384137"/>
                <a:gd name="connsiteX0" fmla="*/ 0 w 3131129"/>
                <a:gd name="connsiteY0" fmla="*/ 2384137 h 2384137"/>
                <a:gd name="connsiteX1" fmla="*/ 2933700 w 3131129"/>
                <a:gd name="connsiteY1" fmla="*/ 2384137 h 2384137"/>
                <a:gd name="connsiteX2" fmla="*/ 3131129 w 3131129"/>
                <a:gd name="connsiteY2" fmla="*/ 2380313 h 2384137"/>
                <a:gd name="connsiteX3" fmla="*/ 2933700 w 3131129"/>
                <a:gd name="connsiteY3" fmla="*/ 67968 h 2384137"/>
                <a:gd name="connsiteX4" fmla="*/ 0 w 3131129"/>
                <a:gd name="connsiteY4" fmla="*/ 2384137 h 2384137"/>
                <a:gd name="connsiteX0" fmla="*/ 0 w 3127866"/>
                <a:gd name="connsiteY0" fmla="*/ 2384137 h 2384137"/>
                <a:gd name="connsiteX1" fmla="*/ 2933700 w 3127866"/>
                <a:gd name="connsiteY1" fmla="*/ 2384137 h 2384137"/>
                <a:gd name="connsiteX2" fmla="*/ 3127866 w 3127866"/>
                <a:gd name="connsiteY2" fmla="*/ 2382913 h 2384137"/>
                <a:gd name="connsiteX3" fmla="*/ 2933700 w 3127866"/>
                <a:gd name="connsiteY3" fmla="*/ 67968 h 2384137"/>
                <a:gd name="connsiteX4" fmla="*/ 0 w 3127866"/>
                <a:gd name="connsiteY4" fmla="*/ 2384137 h 2384137"/>
                <a:gd name="connsiteX0" fmla="*/ 0 w 3132761"/>
                <a:gd name="connsiteY0" fmla="*/ 2384137 h 2384137"/>
                <a:gd name="connsiteX1" fmla="*/ 2933700 w 3132761"/>
                <a:gd name="connsiteY1" fmla="*/ 2384137 h 2384137"/>
                <a:gd name="connsiteX2" fmla="*/ 3132761 w 3132761"/>
                <a:gd name="connsiteY2" fmla="*/ 2382913 h 2384137"/>
                <a:gd name="connsiteX3" fmla="*/ 2933700 w 3132761"/>
                <a:gd name="connsiteY3" fmla="*/ 67968 h 2384137"/>
                <a:gd name="connsiteX4" fmla="*/ 0 w 3132761"/>
                <a:gd name="connsiteY4" fmla="*/ 2384137 h 2384137"/>
                <a:gd name="connsiteX0" fmla="*/ 0 w 3149099"/>
                <a:gd name="connsiteY0" fmla="*/ 2493306 h 2493306"/>
                <a:gd name="connsiteX1" fmla="*/ 2933700 w 3149099"/>
                <a:gd name="connsiteY1" fmla="*/ 2493306 h 2493306"/>
                <a:gd name="connsiteX2" fmla="*/ 3132761 w 3149099"/>
                <a:gd name="connsiteY2" fmla="*/ 2492082 h 2493306"/>
                <a:gd name="connsiteX3" fmla="*/ 2950016 w 3149099"/>
                <a:gd name="connsiteY3" fmla="*/ 419923 h 2493306"/>
                <a:gd name="connsiteX4" fmla="*/ 2933700 w 3149099"/>
                <a:gd name="connsiteY4" fmla="*/ 177137 h 2493306"/>
                <a:gd name="connsiteX5" fmla="*/ 0 w 3149099"/>
                <a:gd name="connsiteY5" fmla="*/ 2493306 h 2493306"/>
                <a:gd name="connsiteX0" fmla="*/ 0 w 3209483"/>
                <a:gd name="connsiteY0" fmla="*/ 2499557 h 2499557"/>
                <a:gd name="connsiteX1" fmla="*/ 2933700 w 3209483"/>
                <a:gd name="connsiteY1" fmla="*/ 2499557 h 2499557"/>
                <a:gd name="connsiteX2" fmla="*/ 3132761 w 3209483"/>
                <a:gd name="connsiteY2" fmla="*/ 2498333 h 2499557"/>
                <a:gd name="connsiteX3" fmla="*/ 3136024 w 3209483"/>
                <a:gd name="connsiteY3" fmla="*/ 405374 h 2499557"/>
                <a:gd name="connsiteX4" fmla="*/ 2933700 w 3209483"/>
                <a:gd name="connsiteY4" fmla="*/ 183388 h 2499557"/>
                <a:gd name="connsiteX5" fmla="*/ 0 w 3209483"/>
                <a:gd name="connsiteY5" fmla="*/ 2499557 h 2499557"/>
                <a:gd name="connsiteX0" fmla="*/ 0 w 3209483"/>
                <a:gd name="connsiteY0" fmla="*/ 2499557 h 2499557"/>
                <a:gd name="connsiteX1" fmla="*/ 2933700 w 3209483"/>
                <a:gd name="connsiteY1" fmla="*/ 2499557 h 2499557"/>
                <a:gd name="connsiteX2" fmla="*/ 3132761 w 3209483"/>
                <a:gd name="connsiteY2" fmla="*/ 2498333 h 2499557"/>
                <a:gd name="connsiteX3" fmla="*/ 3136024 w 3209483"/>
                <a:gd name="connsiteY3" fmla="*/ 405374 h 2499557"/>
                <a:gd name="connsiteX4" fmla="*/ 2933700 w 3209483"/>
                <a:gd name="connsiteY4" fmla="*/ 183388 h 2499557"/>
                <a:gd name="connsiteX5" fmla="*/ 0 w 3209483"/>
                <a:gd name="connsiteY5" fmla="*/ 2499557 h 2499557"/>
                <a:gd name="connsiteX0" fmla="*/ 0 w 3136024"/>
                <a:gd name="connsiteY0" fmla="*/ 2384138 h 2384138"/>
                <a:gd name="connsiteX1" fmla="*/ 2933700 w 3136024"/>
                <a:gd name="connsiteY1" fmla="*/ 2384138 h 2384138"/>
                <a:gd name="connsiteX2" fmla="*/ 3132761 w 3136024"/>
                <a:gd name="connsiteY2" fmla="*/ 2382914 h 2384138"/>
                <a:gd name="connsiteX3" fmla="*/ 3136024 w 3136024"/>
                <a:gd name="connsiteY3" fmla="*/ 289955 h 2384138"/>
                <a:gd name="connsiteX4" fmla="*/ 2933700 w 3136024"/>
                <a:gd name="connsiteY4" fmla="*/ 67969 h 2384138"/>
                <a:gd name="connsiteX5" fmla="*/ 0 w 3136024"/>
                <a:gd name="connsiteY5" fmla="*/ 2384138 h 2384138"/>
                <a:gd name="connsiteX0" fmla="*/ 0 w 3133227"/>
                <a:gd name="connsiteY0" fmla="*/ 2384138 h 2384138"/>
                <a:gd name="connsiteX1" fmla="*/ 2933700 w 3133227"/>
                <a:gd name="connsiteY1" fmla="*/ 2384138 h 2384138"/>
                <a:gd name="connsiteX2" fmla="*/ 3132761 w 3133227"/>
                <a:gd name="connsiteY2" fmla="*/ 2382914 h 2384138"/>
                <a:gd name="connsiteX3" fmla="*/ 3133227 w 3133227"/>
                <a:gd name="connsiteY3" fmla="*/ 116130 h 2384138"/>
                <a:gd name="connsiteX4" fmla="*/ 2933700 w 3133227"/>
                <a:gd name="connsiteY4" fmla="*/ 67969 h 2384138"/>
                <a:gd name="connsiteX5" fmla="*/ 0 w 3133227"/>
                <a:gd name="connsiteY5" fmla="*/ 2384138 h 2384138"/>
                <a:gd name="connsiteX0" fmla="*/ 0 w 3133227"/>
                <a:gd name="connsiteY0" fmla="*/ 2336258 h 2336258"/>
                <a:gd name="connsiteX1" fmla="*/ 2933700 w 3133227"/>
                <a:gd name="connsiteY1" fmla="*/ 2336258 h 2336258"/>
                <a:gd name="connsiteX2" fmla="*/ 3132761 w 3133227"/>
                <a:gd name="connsiteY2" fmla="*/ 2335034 h 2336258"/>
                <a:gd name="connsiteX3" fmla="*/ 3133227 w 3133227"/>
                <a:gd name="connsiteY3" fmla="*/ 68250 h 2336258"/>
                <a:gd name="connsiteX4" fmla="*/ 3090338 w 3133227"/>
                <a:gd name="connsiteY4" fmla="*/ 69117 h 2336258"/>
                <a:gd name="connsiteX5" fmla="*/ 0 w 3133227"/>
                <a:gd name="connsiteY5" fmla="*/ 2336258 h 2336258"/>
                <a:gd name="connsiteX0" fmla="*/ 0 w 3340345"/>
                <a:gd name="connsiteY0" fmla="*/ 2336258 h 2336258"/>
                <a:gd name="connsiteX1" fmla="*/ 2933700 w 3340345"/>
                <a:gd name="connsiteY1" fmla="*/ 2336258 h 2336258"/>
                <a:gd name="connsiteX2" fmla="*/ 3132761 w 3340345"/>
                <a:gd name="connsiteY2" fmla="*/ 2335034 h 2336258"/>
                <a:gd name="connsiteX3" fmla="*/ 3090338 w 3340345"/>
                <a:gd name="connsiteY3" fmla="*/ 69117 h 2336258"/>
                <a:gd name="connsiteX4" fmla="*/ 0 w 3340345"/>
                <a:gd name="connsiteY4" fmla="*/ 2336258 h 2336258"/>
                <a:gd name="connsiteX0" fmla="*/ 0 w 3374476"/>
                <a:gd name="connsiteY0" fmla="*/ 2331908 h 2331908"/>
                <a:gd name="connsiteX1" fmla="*/ 2933700 w 3374476"/>
                <a:gd name="connsiteY1" fmla="*/ 2331908 h 2331908"/>
                <a:gd name="connsiteX2" fmla="*/ 3132761 w 3374476"/>
                <a:gd name="connsiteY2" fmla="*/ 2330684 h 2331908"/>
                <a:gd name="connsiteX3" fmla="*/ 3137889 w 3374476"/>
                <a:gd name="connsiteY3" fmla="*/ 69224 h 2331908"/>
                <a:gd name="connsiteX4" fmla="*/ 0 w 3374476"/>
                <a:gd name="connsiteY4" fmla="*/ 2331908 h 2331908"/>
                <a:gd name="connsiteX0" fmla="*/ 0 w 3137889"/>
                <a:gd name="connsiteY0" fmla="*/ 2331908 h 2331908"/>
                <a:gd name="connsiteX1" fmla="*/ 2933700 w 3137889"/>
                <a:gd name="connsiteY1" fmla="*/ 2331908 h 2331908"/>
                <a:gd name="connsiteX2" fmla="*/ 3132761 w 3137889"/>
                <a:gd name="connsiteY2" fmla="*/ 2330684 h 2331908"/>
                <a:gd name="connsiteX3" fmla="*/ 3137889 w 3137889"/>
                <a:gd name="connsiteY3" fmla="*/ 69224 h 2331908"/>
                <a:gd name="connsiteX4" fmla="*/ 0 w 3137889"/>
                <a:gd name="connsiteY4" fmla="*/ 2331908 h 2331908"/>
                <a:gd name="connsiteX0" fmla="*/ 0 w 3137889"/>
                <a:gd name="connsiteY0" fmla="*/ 2378539 h 2378539"/>
                <a:gd name="connsiteX1" fmla="*/ 2933700 w 3137889"/>
                <a:gd name="connsiteY1" fmla="*/ 2378539 h 2378539"/>
                <a:gd name="connsiteX2" fmla="*/ 3132761 w 3137889"/>
                <a:gd name="connsiteY2" fmla="*/ 2377315 h 2378539"/>
                <a:gd name="connsiteX3" fmla="*/ 3137889 w 3137889"/>
                <a:gd name="connsiteY3" fmla="*/ 115855 h 2378539"/>
                <a:gd name="connsiteX4" fmla="*/ 0 w 3137889"/>
                <a:gd name="connsiteY4" fmla="*/ 2378539 h 2378539"/>
                <a:gd name="connsiteX0" fmla="*/ 0 w 3137889"/>
                <a:gd name="connsiteY0" fmla="*/ 2378539 h 2378539"/>
                <a:gd name="connsiteX1" fmla="*/ 2933700 w 3137889"/>
                <a:gd name="connsiteY1" fmla="*/ 2378539 h 2378539"/>
                <a:gd name="connsiteX2" fmla="*/ 3132761 w 3137889"/>
                <a:gd name="connsiteY2" fmla="*/ 2377315 h 2378539"/>
                <a:gd name="connsiteX3" fmla="*/ 3137889 w 3137889"/>
                <a:gd name="connsiteY3" fmla="*/ 115855 h 2378539"/>
                <a:gd name="connsiteX4" fmla="*/ 0 w 3137889"/>
                <a:gd name="connsiteY4" fmla="*/ 2378539 h 2378539"/>
                <a:gd name="connsiteX0" fmla="*/ 0 w 3137889"/>
                <a:gd name="connsiteY0" fmla="*/ 2378539 h 2378539"/>
                <a:gd name="connsiteX1" fmla="*/ 2933700 w 3137889"/>
                <a:gd name="connsiteY1" fmla="*/ 2378539 h 2378539"/>
                <a:gd name="connsiteX2" fmla="*/ 3136677 w 3137889"/>
                <a:gd name="connsiteY2" fmla="*/ 2377315 h 2378539"/>
                <a:gd name="connsiteX3" fmla="*/ 3137889 w 3137889"/>
                <a:gd name="connsiteY3" fmla="*/ 115855 h 2378539"/>
                <a:gd name="connsiteX4" fmla="*/ 0 w 3137889"/>
                <a:gd name="connsiteY4" fmla="*/ 2378539 h 2378539"/>
                <a:gd name="connsiteX0" fmla="*/ 0 w 3137889"/>
                <a:gd name="connsiteY0" fmla="*/ 2378539 h 2378539"/>
                <a:gd name="connsiteX1" fmla="*/ 2933700 w 3137889"/>
                <a:gd name="connsiteY1" fmla="*/ 2378539 h 2378539"/>
                <a:gd name="connsiteX2" fmla="*/ 3136677 w 3137889"/>
                <a:gd name="connsiteY2" fmla="*/ 2377315 h 2378539"/>
                <a:gd name="connsiteX3" fmla="*/ 3137889 w 3137889"/>
                <a:gd name="connsiteY3" fmla="*/ 115855 h 2378539"/>
                <a:gd name="connsiteX4" fmla="*/ 0 w 3137889"/>
                <a:gd name="connsiteY4" fmla="*/ 2378539 h 2378539"/>
                <a:gd name="connsiteX0" fmla="*/ 0 w 3140593"/>
                <a:gd name="connsiteY0" fmla="*/ 2378539 h 2378539"/>
                <a:gd name="connsiteX1" fmla="*/ 2933700 w 3140593"/>
                <a:gd name="connsiteY1" fmla="*/ 2378539 h 2378539"/>
                <a:gd name="connsiteX2" fmla="*/ 3140593 w 3140593"/>
                <a:gd name="connsiteY2" fmla="*/ 2377315 h 2378539"/>
                <a:gd name="connsiteX3" fmla="*/ 3137889 w 3140593"/>
                <a:gd name="connsiteY3" fmla="*/ 115855 h 2378539"/>
                <a:gd name="connsiteX4" fmla="*/ 0 w 3140593"/>
                <a:gd name="connsiteY4" fmla="*/ 2378539 h 2378539"/>
                <a:gd name="connsiteX0" fmla="*/ 0 w 3140593"/>
                <a:gd name="connsiteY0" fmla="*/ 2378539 h 2378539"/>
                <a:gd name="connsiteX1" fmla="*/ 3140593 w 3140593"/>
                <a:gd name="connsiteY1" fmla="*/ 2377315 h 2378539"/>
                <a:gd name="connsiteX2" fmla="*/ 3137889 w 3140593"/>
                <a:gd name="connsiteY2" fmla="*/ 115855 h 2378539"/>
                <a:gd name="connsiteX3" fmla="*/ 0 w 3140593"/>
                <a:gd name="connsiteY3" fmla="*/ 2378539 h 2378539"/>
                <a:gd name="connsiteX0" fmla="*/ 0 w 3140593"/>
                <a:gd name="connsiteY0" fmla="*/ 2379792 h 2379792"/>
                <a:gd name="connsiteX1" fmla="*/ 3140593 w 3140593"/>
                <a:gd name="connsiteY1" fmla="*/ 2378568 h 2379792"/>
                <a:gd name="connsiteX2" fmla="*/ 3139521 w 3140593"/>
                <a:gd name="connsiteY2" fmla="*/ 115808 h 2379792"/>
                <a:gd name="connsiteX3" fmla="*/ 0 w 3140593"/>
                <a:gd name="connsiteY3" fmla="*/ 2379792 h 2379792"/>
                <a:gd name="connsiteX0" fmla="*/ 0 w 3140593"/>
                <a:gd name="connsiteY0" fmla="*/ 2378540 h 2378540"/>
                <a:gd name="connsiteX1" fmla="*/ 3140593 w 3140593"/>
                <a:gd name="connsiteY1" fmla="*/ 2377316 h 2378540"/>
                <a:gd name="connsiteX2" fmla="*/ 3138705 w 3140593"/>
                <a:gd name="connsiteY2" fmla="*/ 115856 h 2378540"/>
                <a:gd name="connsiteX3" fmla="*/ 0 w 3140593"/>
                <a:gd name="connsiteY3" fmla="*/ 2378540 h 2378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0593" h="2378540">
                  <a:moveTo>
                    <a:pt x="0" y="2378540"/>
                  </a:moveTo>
                  <a:lnTo>
                    <a:pt x="3140593" y="2377316"/>
                  </a:lnTo>
                  <a:cubicBezTo>
                    <a:pt x="3139692" y="1623496"/>
                    <a:pt x="3139606" y="869676"/>
                    <a:pt x="3138705" y="115856"/>
                  </a:cubicBezTo>
                  <a:cubicBezTo>
                    <a:pt x="847978" y="-587503"/>
                    <a:pt x="1051720" y="2131349"/>
                    <a:pt x="0" y="23785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it-IT" sz="16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B02DD05-E10E-42E9-AC98-F56DB8E946D0}"/>
                </a:ext>
              </a:extLst>
            </p:cNvPr>
            <p:cNvSpPr/>
            <p:nvPr userDrawn="1"/>
          </p:nvSpPr>
          <p:spPr>
            <a:xfrm flipH="1" flipV="1">
              <a:off x="2578458" y="-9343"/>
              <a:ext cx="9613541" cy="4314640"/>
            </a:xfrm>
            <a:custGeom>
              <a:avLst/>
              <a:gdLst>
                <a:gd name="connsiteX0" fmla="*/ 0 w 2933700"/>
                <a:gd name="connsiteY0" fmla="*/ 1943100 h 1943100"/>
                <a:gd name="connsiteX1" fmla="*/ 2933700 w 2933700"/>
                <a:gd name="connsiteY1" fmla="*/ 1943100 h 1943100"/>
                <a:gd name="connsiteX2" fmla="*/ 2933700 w 2933700"/>
                <a:gd name="connsiteY2" fmla="*/ 0 h 1943100"/>
                <a:gd name="connsiteX3" fmla="*/ 1511300 w 2933700"/>
                <a:gd name="connsiteY3" fmla="*/ 0 h 1943100"/>
                <a:gd name="connsiteX4" fmla="*/ 546100 w 2933700"/>
                <a:gd name="connsiteY4" fmla="*/ 1549400 h 1943100"/>
                <a:gd name="connsiteX5" fmla="*/ 0 w 2933700"/>
                <a:gd name="connsiteY5" fmla="*/ 1943100 h 1943100"/>
                <a:gd name="connsiteX0" fmla="*/ 0 w 2933700"/>
                <a:gd name="connsiteY0" fmla="*/ 2162070 h 2162070"/>
                <a:gd name="connsiteX1" fmla="*/ 2933700 w 2933700"/>
                <a:gd name="connsiteY1" fmla="*/ 2162070 h 2162070"/>
                <a:gd name="connsiteX2" fmla="*/ 2933700 w 2933700"/>
                <a:gd name="connsiteY2" fmla="*/ 218970 h 2162070"/>
                <a:gd name="connsiteX3" fmla="*/ 1511300 w 2933700"/>
                <a:gd name="connsiteY3" fmla="*/ 218970 h 2162070"/>
                <a:gd name="connsiteX4" fmla="*/ 546100 w 2933700"/>
                <a:gd name="connsiteY4" fmla="*/ 1768370 h 2162070"/>
                <a:gd name="connsiteX5" fmla="*/ 0 w 2933700"/>
                <a:gd name="connsiteY5" fmla="*/ 2162070 h 2162070"/>
                <a:gd name="connsiteX0" fmla="*/ 0 w 2933700"/>
                <a:gd name="connsiteY0" fmla="*/ 2162070 h 2162070"/>
                <a:gd name="connsiteX1" fmla="*/ 2933700 w 2933700"/>
                <a:gd name="connsiteY1" fmla="*/ 2162070 h 2162070"/>
                <a:gd name="connsiteX2" fmla="*/ 2933700 w 2933700"/>
                <a:gd name="connsiteY2" fmla="*/ 218970 h 2162070"/>
                <a:gd name="connsiteX3" fmla="*/ 1511300 w 2933700"/>
                <a:gd name="connsiteY3" fmla="*/ 218970 h 2162070"/>
                <a:gd name="connsiteX4" fmla="*/ 546100 w 2933700"/>
                <a:gd name="connsiteY4" fmla="*/ 1768370 h 2162070"/>
                <a:gd name="connsiteX5" fmla="*/ 0 w 2933700"/>
                <a:gd name="connsiteY5" fmla="*/ 2162070 h 2162070"/>
                <a:gd name="connsiteX0" fmla="*/ 0 w 2933700"/>
                <a:gd name="connsiteY0" fmla="*/ 2178141 h 2178141"/>
                <a:gd name="connsiteX1" fmla="*/ 2933700 w 2933700"/>
                <a:gd name="connsiteY1" fmla="*/ 2178141 h 2178141"/>
                <a:gd name="connsiteX2" fmla="*/ 2933700 w 2933700"/>
                <a:gd name="connsiteY2" fmla="*/ 235041 h 2178141"/>
                <a:gd name="connsiteX3" fmla="*/ 1703674 w 2933700"/>
                <a:gd name="connsiteY3" fmla="*/ 201521 h 2178141"/>
                <a:gd name="connsiteX4" fmla="*/ 546100 w 2933700"/>
                <a:gd name="connsiteY4" fmla="*/ 1784441 h 2178141"/>
                <a:gd name="connsiteX5" fmla="*/ 0 w 2933700"/>
                <a:gd name="connsiteY5" fmla="*/ 2178141 h 2178141"/>
                <a:gd name="connsiteX0" fmla="*/ 0 w 2933700"/>
                <a:gd name="connsiteY0" fmla="*/ 2279616 h 2279616"/>
                <a:gd name="connsiteX1" fmla="*/ 2933700 w 2933700"/>
                <a:gd name="connsiteY1" fmla="*/ 2279616 h 2279616"/>
                <a:gd name="connsiteX2" fmla="*/ 2933700 w 2933700"/>
                <a:gd name="connsiteY2" fmla="*/ 336516 h 2279616"/>
                <a:gd name="connsiteX3" fmla="*/ 1912079 w 2933700"/>
                <a:gd name="connsiteY3" fmla="*/ 135394 h 2279616"/>
                <a:gd name="connsiteX4" fmla="*/ 546100 w 2933700"/>
                <a:gd name="connsiteY4" fmla="*/ 1885916 h 2279616"/>
                <a:gd name="connsiteX5" fmla="*/ 0 w 2933700"/>
                <a:gd name="connsiteY5" fmla="*/ 2279616 h 2279616"/>
                <a:gd name="connsiteX0" fmla="*/ 0 w 2933700"/>
                <a:gd name="connsiteY0" fmla="*/ 2282085 h 2282085"/>
                <a:gd name="connsiteX1" fmla="*/ 2933700 w 2933700"/>
                <a:gd name="connsiteY1" fmla="*/ 2282085 h 2282085"/>
                <a:gd name="connsiteX2" fmla="*/ 2933700 w 2933700"/>
                <a:gd name="connsiteY2" fmla="*/ 338985 h 2282085"/>
                <a:gd name="connsiteX3" fmla="*/ 1912079 w 2933700"/>
                <a:gd name="connsiteY3" fmla="*/ 137863 h 2282085"/>
                <a:gd name="connsiteX4" fmla="*/ 682365 w 2933700"/>
                <a:gd name="connsiteY4" fmla="*/ 1921905 h 2282085"/>
                <a:gd name="connsiteX5" fmla="*/ 0 w 2933700"/>
                <a:gd name="connsiteY5" fmla="*/ 2282085 h 2282085"/>
                <a:gd name="connsiteX0" fmla="*/ 0 w 2933700"/>
                <a:gd name="connsiteY0" fmla="*/ 2280851 h 2280851"/>
                <a:gd name="connsiteX1" fmla="*/ 2933700 w 2933700"/>
                <a:gd name="connsiteY1" fmla="*/ 2280851 h 2280851"/>
                <a:gd name="connsiteX2" fmla="*/ 2933700 w 2933700"/>
                <a:gd name="connsiteY2" fmla="*/ 337751 h 2280851"/>
                <a:gd name="connsiteX3" fmla="*/ 1912079 w 2933700"/>
                <a:gd name="connsiteY3" fmla="*/ 136629 h 2280851"/>
                <a:gd name="connsiteX4" fmla="*/ 634272 w 2933700"/>
                <a:gd name="connsiteY4" fmla="*/ 1903911 h 2280851"/>
                <a:gd name="connsiteX5" fmla="*/ 0 w 2933700"/>
                <a:gd name="connsiteY5" fmla="*/ 2280851 h 2280851"/>
                <a:gd name="connsiteX0" fmla="*/ 0 w 2933700"/>
                <a:gd name="connsiteY0" fmla="*/ 2304918 h 2304918"/>
                <a:gd name="connsiteX1" fmla="*/ 2933700 w 2933700"/>
                <a:gd name="connsiteY1" fmla="*/ 2304918 h 2304918"/>
                <a:gd name="connsiteX2" fmla="*/ 2933700 w 2933700"/>
                <a:gd name="connsiteY2" fmla="*/ 361818 h 2304918"/>
                <a:gd name="connsiteX3" fmla="*/ 1815892 w 2933700"/>
                <a:gd name="connsiteY3" fmla="*/ 127175 h 2304918"/>
                <a:gd name="connsiteX4" fmla="*/ 634272 w 2933700"/>
                <a:gd name="connsiteY4" fmla="*/ 1927978 h 2304918"/>
                <a:gd name="connsiteX5" fmla="*/ 0 w 2933700"/>
                <a:gd name="connsiteY5" fmla="*/ 2304918 h 2304918"/>
                <a:gd name="connsiteX0" fmla="*/ 0 w 2933700"/>
                <a:gd name="connsiteY0" fmla="*/ 2304918 h 2304918"/>
                <a:gd name="connsiteX1" fmla="*/ 2933700 w 2933700"/>
                <a:gd name="connsiteY1" fmla="*/ 2304918 h 2304918"/>
                <a:gd name="connsiteX2" fmla="*/ 2933700 w 2933700"/>
                <a:gd name="connsiteY2" fmla="*/ 361818 h 2304918"/>
                <a:gd name="connsiteX3" fmla="*/ 1815892 w 2933700"/>
                <a:gd name="connsiteY3" fmla="*/ 127175 h 2304918"/>
                <a:gd name="connsiteX4" fmla="*/ 634272 w 2933700"/>
                <a:gd name="connsiteY4" fmla="*/ 1927978 h 2304918"/>
                <a:gd name="connsiteX5" fmla="*/ 0 w 2933700"/>
                <a:gd name="connsiteY5" fmla="*/ 2304918 h 2304918"/>
                <a:gd name="connsiteX0" fmla="*/ 0 w 2933700"/>
                <a:gd name="connsiteY0" fmla="*/ 2304918 h 2304918"/>
                <a:gd name="connsiteX1" fmla="*/ 2933700 w 2933700"/>
                <a:gd name="connsiteY1" fmla="*/ 2304918 h 2304918"/>
                <a:gd name="connsiteX2" fmla="*/ 2933700 w 2933700"/>
                <a:gd name="connsiteY2" fmla="*/ 361818 h 2304918"/>
                <a:gd name="connsiteX3" fmla="*/ 1815892 w 2933700"/>
                <a:gd name="connsiteY3" fmla="*/ 127175 h 2304918"/>
                <a:gd name="connsiteX4" fmla="*/ 634272 w 2933700"/>
                <a:gd name="connsiteY4" fmla="*/ 1927978 h 2304918"/>
                <a:gd name="connsiteX5" fmla="*/ 0 w 2933700"/>
                <a:gd name="connsiteY5" fmla="*/ 2304918 h 2304918"/>
                <a:gd name="connsiteX0" fmla="*/ 0 w 2933700"/>
                <a:gd name="connsiteY0" fmla="*/ 2304918 h 2304918"/>
                <a:gd name="connsiteX1" fmla="*/ 2933700 w 2933700"/>
                <a:gd name="connsiteY1" fmla="*/ 2304918 h 2304918"/>
                <a:gd name="connsiteX2" fmla="*/ 2933700 w 2933700"/>
                <a:gd name="connsiteY2" fmla="*/ 361818 h 2304918"/>
                <a:gd name="connsiteX3" fmla="*/ 1815892 w 2933700"/>
                <a:gd name="connsiteY3" fmla="*/ 127175 h 2304918"/>
                <a:gd name="connsiteX4" fmla="*/ 634272 w 2933700"/>
                <a:gd name="connsiteY4" fmla="*/ 1927978 h 2304918"/>
                <a:gd name="connsiteX5" fmla="*/ 0 w 2933700"/>
                <a:gd name="connsiteY5" fmla="*/ 2304918 h 2304918"/>
                <a:gd name="connsiteX0" fmla="*/ 0 w 2933700"/>
                <a:gd name="connsiteY0" fmla="*/ 2304918 h 2304918"/>
                <a:gd name="connsiteX1" fmla="*/ 2933700 w 2933700"/>
                <a:gd name="connsiteY1" fmla="*/ 2304918 h 2304918"/>
                <a:gd name="connsiteX2" fmla="*/ 2933700 w 2933700"/>
                <a:gd name="connsiteY2" fmla="*/ 361818 h 2304918"/>
                <a:gd name="connsiteX3" fmla="*/ 1815892 w 2933700"/>
                <a:gd name="connsiteY3" fmla="*/ 127175 h 2304918"/>
                <a:gd name="connsiteX4" fmla="*/ 634272 w 2933700"/>
                <a:gd name="connsiteY4" fmla="*/ 1927978 h 2304918"/>
                <a:gd name="connsiteX5" fmla="*/ 0 w 2933700"/>
                <a:gd name="connsiteY5" fmla="*/ 2304918 h 2304918"/>
                <a:gd name="connsiteX0" fmla="*/ 0 w 2933700"/>
                <a:gd name="connsiteY0" fmla="*/ 2421064 h 2421064"/>
                <a:gd name="connsiteX1" fmla="*/ 2933700 w 2933700"/>
                <a:gd name="connsiteY1" fmla="*/ 2421064 h 2421064"/>
                <a:gd name="connsiteX2" fmla="*/ 2930856 w 2933700"/>
                <a:gd name="connsiteY2" fmla="*/ 201995 h 2421064"/>
                <a:gd name="connsiteX3" fmla="*/ 1815892 w 2933700"/>
                <a:gd name="connsiteY3" fmla="*/ 243321 h 2421064"/>
                <a:gd name="connsiteX4" fmla="*/ 634272 w 2933700"/>
                <a:gd name="connsiteY4" fmla="*/ 2044124 h 2421064"/>
                <a:gd name="connsiteX5" fmla="*/ 0 w 2933700"/>
                <a:gd name="connsiteY5" fmla="*/ 2421064 h 2421064"/>
                <a:gd name="connsiteX0" fmla="*/ 0 w 2933700"/>
                <a:gd name="connsiteY0" fmla="*/ 2412632 h 2412632"/>
                <a:gd name="connsiteX1" fmla="*/ 2933700 w 2933700"/>
                <a:gd name="connsiteY1" fmla="*/ 2412632 h 2412632"/>
                <a:gd name="connsiteX2" fmla="*/ 2930856 w 2933700"/>
                <a:gd name="connsiteY2" fmla="*/ 193563 h 2412632"/>
                <a:gd name="connsiteX3" fmla="*/ 1815892 w 2933700"/>
                <a:gd name="connsiteY3" fmla="*/ 234889 h 2412632"/>
                <a:gd name="connsiteX4" fmla="*/ 634272 w 2933700"/>
                <a:gd name="connsiteY4" fmla="*/ 2035692 h 2412632"/>
                <a:gd name="connsiteX5" fmla="*/ 0 w 2933700"/>
                <a:gd name="connsiteY5" fmla="*/ 2412632 h 2412632"/>
                <a:gd name="connsiteX0" fmla="*/ 0 w 2933700"/>
                <a:gd name="connsiteY0" fmla="*/ 2220943 h 2220943"/>
                <a:gd name="connsiteX1" fmla="*/ 2933700 w 2933700"/>
                <a:gd name="connsiteY1" fmla="*/ 2220943 h 2220943"/>
                <a:gd name="connsiteX2" fmla="*/ 2930856 w 2933700"/>
                <a:gd name="connsiteY2" fmla="*/ 1874 h 2220943"/>
                <a:gd name="connsiteX3" fmla="*/ 634272 w 2933700"/>
                <a:gd name="connsiteY3" fmla="*/ 1844003 h 2220943"/>
                <a:gd name="connsiteX4" fmla="*/ 0 w 2933700"/>
                <a:gd name="connsiteY4" fmla="*/ 2220943 h 2220943"/>
                <a:gd name="connsiteX0" fmla="*/ 0 w 2933700"/>
                <a:gd name="connsiteY0" fmla="*/ 2230060 h 2230060"/>
                <a:gd name="connsiteX1" fmla="*/ 2933700 w 2933700"/>
                <a:gd name="connsiteY1" fmla="*/ 2230060 h 2230060"/>
                <a:gd name="connsiteX2" fmla="*/ 2930856 w 2933700"/>
                <a:gd name="connsiteY2" fmla="*/ 10991 h 2230060"/>
                <a:gd name="connsiteX3" fmla="*/ 634272 w 2933700"/>
                <a:gd name="connsiteY3" fmla="*/ 1853120 h 2230060"/>
                <a:gd name="connsiteX4" fmla="*/ 0 w 2933700"/>
                <a:gd name="connsiteY4" fmla="*/ 2230060 h 2230060"/>
                <a:gd name="connsiteX0" fmla="*/ 0 w 2933700"/>
                <a:gd name="connsiteY0" fmla="*/ 2219069 h 2219069"/>
                <a:gd name="connsiteX1" fmla="*/ 2933700 w 2933700"/>
                <a:gd name="connsiteY1" fmla="*/ 2219069 h 2219069"/>
                <a:gd name="connsiteX2" fmla="*/ 2930856 w 2933700"/>
                <a:gd name="connsiteY2" fmla="*/ 0 h 2219069"/>
                <a:gd name="connsiteX3" fmla="*/ 0 w 2933700"/>
                <a:gd name="connsiteY3" fmla="*/ 2219069 h 2219069"/>
                <a:gd name="connsiteX0" fmla="*/ 0 w 2933700"/>
                <a:gd name="connsiteY0" fmla="*/ 2219079 h 2219079"/>
                <a:gd name="connsiteX1" fmla="*/ 2933700 w 2933700"/>
                <a:gd name="connsiteY1" fmla="*/ 2219079 h 2219079"/>
                <a:gd name="connsiteX2" fmla="*/ 2930856 w 2933700"/>
                <a:gd name="connsiteY2" fmla="*/ 10 h 2219079"/>
                <a:gd name="connsiteX3" fmla="*/ 0 w 2933700"/>
                <a:gd name="connsiteY3" fmla="*/ 2219079 h 2219079"/>
                <a:gd name="connsiteX0" fmla="*/ 0 w 2933700"/>
                <a:gd name="connsiteY0" fmla="*/ 2219082 h 2219082"/>
                <a:gd name="connsiteX1" fmla="*/ 2933700 w 2933700"/>
                <a:gd name="connsiteY1" fmla="*/ 2219082 h 2219082"/>
                <a:gd name="connsiteX2" fmla="*/ 2930856 w 2933700"/>
                <a:gd name="connsiteY2" fmla="*/ 13 h 2219082"/>
                <a:gd name="connsiteX3" fmla="*/ 0 w 2933700"/>
                <a:gd name="connsiteY3" fmla="*/ 2219082 h 2219082"/>
                <a:gd name="connsiteX0" fmla="*/ 0 w 2933700"/>
                <a:gd name="connsiteY0" fmla="*/ 2240548 h 2240548"/>
                <a:gd name="connsiteX1" fmla="*/ 2933700 w 2933700"/>
                <a:gd name="connsiteY1" fmla="*/ 2240548 h 2240548"/>
                <a:gd name="connsiteX2" fmla="*/ 2930856 w 2933700"/>
                <a:gd name="connsiteY2" fmla="*/ 21479 h 2240548"/>
                <a:gd name="connsiteX3" fmla="*/ 0 w 2933700"/>
                <a:gd name="connsiteY3" fmla="*/ 2240548 h 2240548"/>
                <a:gd name="connsiteX0" fmla="*/ 0 w 2933700"/>
                <a:gd name="connsiteY0" fmla="*/ 2238872 h 2238872"/>
                <a:gd name="connsiteX1" fmla="*/ 2933700 w 2933700"/>
                <a:gd name="connsiteY1" fmla="*/ 2238872 h 2238872"/>
                <a:gd name="connsiteX2" fmla="*/ 2930856 w 2933700"/>
                <a:gd name="connsiteY2" fmla="*/ 19803 h 2238872"/>
                <a:gd name="connsiteX3" fmla="*/ 0 w 2933700"/>
                <a:gd name="connsiteY3" fmla="*/ 2238872 h 2238872"/>
                <a:gd name="connsiteX0" fmla="*/ 0 w 2933700"/>
                <a:gd name="connsiteY0" fmla="*/ 2238054 h 2238054"/>
                <a:gd name="connsiteX1" fmla="*/ 2933700 w 2933700"/>
                <a:gd name="connsiteY1" fmla="*/ 2238054 h 2238054"/>
                <a:gd name="connsiteX2" fmla="*/ 2930856 w 2933700"/>
                <a:gd name="connsiteY2" fmla="*/ 18985 h 2238054"/>
                <a:gd name="connsiteX3" fmla="*/ 0 w 2933700"/>
                <a:gd name="connsiteY3" fmla="*/ 2238054 h 2238054"/>
                <a:gd name="connsiteX0" fmla="*/ 0 w 2933700"/>
                <a:gd name="connsiteY0" fmla="*/ 2240690 h 2240690"/>
                <a:gd name="connsiteX1" fmla="*/ 2933700 w 2933700"/>
                <a:gd name="connsiteY1" fmla="*/ 2240690 h 2240690"/>
                <a:gd name="connsiteX2" fmla="*/ 2930856 w 2933700"/>
                <a:gd name="connsiteY2" fmla="*/ 21621 h 2240690"/>
                <a:gd name="connsiteX3" fmla="*/ 0 w 2933700"/>
                <a:gd name="connsiteY3" fmla="*/ 2240690 h 2240690"/>
                <a:gd name="connsiteX0" fmla="*/ 0 w 2933700"/>
                <a:gd name="connsiteY0" fmla="*/ 2233873 h 2233873"/>
                <a:gd name="connsiteX1" fmla="*/ 2933700 w 2933700"/>
                <a:gd name="connsiteY1" fmla="*/ 2233873 h 2233873"/>
                <a:gd name="connsiteX2" fmla="*/ 2930856 w 2933700"/>
                <a:gd name="connsiteY2" fmla="*/ 14804 h 2233873"/>
                <a:gd name="connsiteX3" fmla="*/ 0 w 2933700"/>
                <a:gd name="connsiteY3" fmla="*/ 2233873 h 2233873"/>
                <a:gd name="connsiteX0" fmla="*/ 0 w 2933700"/>
                <a:gd name="connsiteY0" fmla="*/ 2221167 h 2221167"/>
                <a:gd name="connsiteX1" fmla="*/ 2933700 w 2933700"/>
                <a:gd name="connsiteY1" fmla="*/ 2221167 h 2221167"/>
                <a:gd name="connsiteX2" fmla="*/ 2930856 w 2933700"/>
                <a:gd name="connsiteY2" fmla="*/ 2098 h 2221167"/>
                <a:gd name="connsiteX3" fmla="*/ 0 w 2933700"/>
                <a:gd name="connsiteY3" fmla="*/ 2221167 h 2221167"/>
                <a:gd name="connsiteX0" fmla="*/ 0 w 2933700"/>
                <a:gd name="connsiteY0" fmla="*/ 2318173 h 2318173"/>
                <a:gd name="connsiteX1" fmla="*/ 2933700 w 2933700"/>
                <a:gd name="connsiteY1" fmla="*/ 2318173 h 2318173"/>
                <a:gd name="connsiteX2" fmla="*/ 2933700 w 2933700"/>
                <a:gd name="connsiteY2" fmla="*/ 2004 h 2318173"/>
                <a:gd name="connsiteX3" fmla="*/ 0 w 2933700"/>
                <a:gd name="connsiteY3" fmla="*/ 2318173 h 2318173"/>
                <a:gd name="connsiteX0" fmla="*/ 0 w 2933700"/>
                <a:gd name="connsiteY0" fmla="*/ 2316207 h 2316207"/>
                <a:gd name="connsiteX1" fmla="*/ 2933700 w 2933700"/>
                <a:gd name="connsiteY1" fmla="*/ 2316207 h 2316207"/>
                <a:gd name="connsiteX2" fmla="*/ 2933700 w 2933700"/>
                <a:gd name="connsiteY2" fmla="*/ 38 h 2316207"/>
                <a:gd name="connsiteX3" fmla="*/ 0 w 2933700"/>
                <a:gd name="connsiteY3" fmla="*/ 2316207 h 2316207"/>
                <a:gd name="connsiteX0" fmla="*/ 0 w 2933700"/>
                <a:gd name="connsiteY0" fmla="*/ 2316317 h 2316317"/>
                <a:gd name="connsiteX1" fmla="*/ 2933700 w 2933700"/>
                <a:gd name="connsiteY1" fmla="*/ 2316317 h 2316317"/>
                <a:gd name="connsiteX2" fmla="*/ 2933700 w 2933700"/>
                <a:gd name="connsiteY2" fmla="*/ 148 h 2316317"/>
                <a:gd name="connsiteX3" fmla="*/ 0 w 2933700"/>
                <a:gd name="connsiteY3" fmla="*/ 2316317 h 2316317"/>
                <a:gd name="connsiteX0" fmla="*/ 0 w 2933700"/>
                <a:gd name="connsiteY0" fmla="*/ 2326290 h 2326290"/>
                <a:gd name="connsiteX1" fmla="*/ 2933700 w 2933700"/>
                <a:gd name="connsiteY1" fmla="*/ 2326290 h 2326290"/>
                <a:gd name="connsiteX2" fmla="*/ 2933700 w 2933700"/>
                <a:gd name="connsiteY2" fmla="*/ 10121 h 2326290"/>
                <a:gd name="connsiteX3" fmla="*/ 0 w 2933700"/>
                <a:gd name="connsiteY3" fmla="*/ 2326290 h 2326290"/>
                <a:gd name="connsiteX0" fmla="*/ 0 w 2933700"/>
                <a:gd name="connsiteY0" fmla="*/ 2384137 h 2384137"/>
                <a:gd name="connsiteX1" fmla="*/ 2933700 w 2933700"/>
                <a:gd name="connsiteY1" fmla="*/ 2384137 h 2384137"/>
                <a:gd name="connsiteX2" fmla="*/ 2933700 w 2933700"/>
                <a:gd name="connsiteY2" fmla="*/ 67968 h 2384137"/>
                <a:gd name="connsiteX3" fmla="*/ 0 w 2933700"/>
                <a:gd name="connsiteY3" fmla="*/ 2384137 h 2384137"/>
                <a:gd name="connsiteX0" fmla="*/ 0 w 2936963"/>
                <a:gd name="connsiteY0" fmla="*/ 2384137 h 2384137"/>
                <a:gd name="connsiteX1" fmla="*/ 2933700 w 2936963"/>
                <a:gd name="connsiteY1" fmla="*/ 2384137 h 2384137"/>
                <a:gd name="connsiteX2" fmla="*/ 2936963 w 2936963"/>
                <a:gd name="connsiteY2" fmla="*/ 2063119 h 2384137"/>
                <a:gd name="connsiteX3" fmla="*/ 2933700 w 2936963"/>
                <a:gd name="connsiteY3" fmla="*/ 67968 h 2384137"/>
                <a:gd name="connsiteX4" fmla="*/ 0 w 2936963"/>
                <a:gd name="connsiteY4" fmla="*/ 2384137 h 2384137"/>
                <a:gd name="connsiteX0" fmla="*/ 0 w 3129497"/>
                <a:gd name="connsiteY0" fmla="*/ 2384137 h 2411649"/>
                <a:gd name="connsiteX1" fmla="*/ 2933700 w 3129497"/>
                <a:gd name="connsiteY1" fmla="*/ 2384137 h 2411649"/>
                <a:gd name="connsiteX2" fmla="*/ 3129497 w 3129497"/>
                <a:gd name="connsiteY2" fmla="*/ 2380313 h 2411649"/>
                <a:gd name="connsiteX3" fmla="*/ 2933700 w 3129497"/>
                <a:gd name="connsiteY3" fmla="*/ 67968 h 2411649"/>
                <a:gd name="connsiteX4" fmla="*/ 0 w 3129497"/>
                <a:gd name="connsiteY4" fmla="*/ 2384137 h 2411649"/>
                <a:gd name="connsiteX0" fmla="*/ 0 w 3129497"/>
                <a:gd name="connsiteY0" fmla="*/ 2384137 h 2384137"/>
                <a:gd name="connsiteX1" fmla="*/ 2933700 w 3129497"/>
                <a:gd name="connsiteY1" fmla="*/ 2384137 h 2384137"/>
                <a:gd name="connsiteX2" fmla="*/ 3129497 w 3129497"/>
                <a:gd name="connsiteY2" fmla="*/ 2380313 h 2384137"/>
                <a:gd name="connsiteX3" fmla="*/ 2933700 w 3129497"/>
                <a:gd name="connsiteY3" fmla="*/ 67968 h 2384137"/>
                <a:gd name="connsiteX4" fmla="*/ 0 w 3129497"/>
                <a:gd name="connsiteY4" fmla="*/ 2384137 h 2384137"/>
                <a:gd name="connsiteX0" fmla="*/ 0 w 3131129"/>
                <a:gd name="connsiteY0" fmla="*/ 2384137 h 2384137"/>
                <a:gd name="connsiteX1" fmla="*/ 2933700 w 3131129"/>
                <a:gd name="connsiteY1" fmla="*/ 2384137 h 2384137"/>
                <a:gd name="connsiteX2" fmla="*/ 3131129 w 3131129"/>
                <a:gd name="connsiteY2" fmla="*/ 2380313 h 2384137"/>
                <a:gd name="connsiteX3" fmla="*/ 2933700 w 3131129"/>
                <a:gd name="connsiteY3" fmla="*/ 67968 h 2384137"/>
                <a:gd name="connsiteX4" fmla="*/ 0 w 3131129"/>
                <a:gd name="connsiteY4" fmla="*/ 2384137 h 2384137"/>
                <a:gd name="connsiteX0" fmla="*/ 0 w 3127866"/>
                <a:gd name="connsiteY0" fmla="*/ 2384137 h 2384137"/>
                <a:gd name="connsiteX1" fmla="*/ 2933700 w 3127866"/>
                <a:gd name="connsiteY1" fmla="*/ 2384137 h 2384137"/>
                <a:gd name="connsiteX2" fmla="*/ 3127866 w 3127866"/>
                <a:gd name="connsiteY2" fmla="*/ 2382913 h 2384137"/>
                <a:gd name="connsiteX3" fmla="*/ 2933700 w 3127866"/>
                <a:gd name="connsiteY3" fmla="*/ 67968 h 2384137"/>
                <a:gd name="connsiteX4" fmla="*/ 0 w 3127866"/>
                <a:gd name="connsiteY4" fmla="*/ 2384137 h 2384137"/>
                <a:gd name="connsiteX0" fmla="*/ 0 w 3132761"/>
                <a:gd name="connsiteY0" fmla="*/ 2384137 h 2384137"/>
                <a:gd name="connsiteX1" fmla="*/ 2933700 w 3132761"/>
                <a:gd name="connsiteY1" fmla="*/ 2384137 h 2384137"/>
                <a:gd name="connsiteX2" fmla="*/ 3132761 w 3132761"/>
                <a:gd name="connsiteY2" fmla="*/ 2382913 h 2384137"/>
                <a:gd name="connsiteX3" fmla="*/ 2933700 w 3132761"/>
                <a:gd name="connsiteY3" fmla="*/ 67968 h 2384137"/>
                <a:gd name="connsiteX4" fmla="*/ 0 w 3132761"/>
                <a:gd name="connsiteY4" fmla="*/ 2384137 h 2384137"/>
                <a:gd name="connsiteX0" fmla="*/ 0 w 3149099"/>
                <a:gd name="connsiteY0" fmla="*/ 2493306 h 2493306"/>
                <a:gd name="connsiteX1" fmla="*/ 2933700 w 3149099"/>
                <a:gd name="connsiteY1" fmla="*/ 2493306 h 2493306"/>
                <a:gd name="connsiteX2" fmla="*/ 3132761 w 3149099"/>
                <a:gd name="connsiteY2" fmla="*/ 2492082 h 2493306"/>
                <a:gd name="connsiteX3" fmla="*/ 2950016 w 3149099"/>
                <a:gd name="connsiteY3" fmla="*/ 419923 h 2493306"/>
                <a:gd name="connsiteX4" fmla="*/ 2933700 w 3149099"/>
                <a:gd name="connsiteY4" fmla="*/ 177137 h 2493306"/>
                <a:gd name="connsiteX5" fmla="*/ 0 w 3149099"/>
                <a:gd name="connsiteY5" fmla="*/ 2493306 h 2493306"/>
                <a:gd name="connsiteX0" fmla="*/ 0 w 3209483"/>
                <a:gd name="connsiteY0" fmla="*/ 2499557 h 2499557"/>
                <a:gd name="connsiteX1" fmla="*/ 2933700 w 3209483"/>
                <a:gd name="connsiteY1" fmla="*/ 2499557 h 2499557"/>
                <a:gd name="connsiteX2" fmla="*/ 3132761 w 3209483"/>
                <a:gd name="connsiteY2" fmla="*/ 2498333 h 2499557"/>
                <a:gd name="connsiteX3" fmla="*/ 3136024 w 3209483"/>
                <a:gd name="connsiteY3" fmla="*/ 405374 h 2499557"/>
                <a:gd name="connsiteX4" fmla="*/ 2933700 w 3209483"/>
                <a:gd name="connsiteY4" fmla="*/ 183388 h 2499557"/>
                <a:gd name="connsiteX5" fmla="*/ 0 w 3209483"/>
                <a:gd name="connsiteY5" fmla="*/ 2499557 h 2499557"/>
                <a:gd name="connsiteX0" fmla="*/ 0 w 3209483"/>
                <a:gd name="connsiteY0" fmla="*/ 2499557 h 2499557"/>
                <a:gd name="connsiteX1" fmla="*/ 2933700 w 3209483"/>
                <a:gd name="connsiteY1" fmla="*/ 2499557 h 2499557"/>
                <a:gd name="connsiteX2" fmla="*/ 3132761 w 3209483"/>
                <a:gd name="connsiteY2" fmla="*/ 2498333 h 2499557"/>
                <a:gd name="connsiteX3" fmla="*/ 3136024 w 3209483"/>
                <a:gd name="connsiteY3" fmla="*/ 405374 h 2499557"/>
                <a:gd name="connsiteX4" fmla="*/ 2933700 w 3209483"/>
                <a:gd name="connsiteY4" fmla="*/ 183388 h 2499557"/>
                <a:gd name="connsiteX5" fmla="*/ 0 w 3209483"/>
                <a:gd name="connsiteY5" fmla="*/ 2499557 h 2499557"/>
                <a:gd name="connsiteX0" fmla="*/ 0 w 3136024"/>
                <a:gd name="connsiteY0" fmla="*/ 2384138 h 2384138"/>
                <a:gd name="connsiteX1" fmla="*/ 2933700 w 3136024"/>
                <a:gd name="connsiteY1" fmla="*/ 2384138 h 2384138"/>
                <a:gd name="connsiteX2" fmla="*/ 3132761 w 3136024"/>
                <a:gd name="connsiteY2" fmla="*/ 2382914 h 2384138"/>
                <a:gd name="connsiteX3" fmla="*/ 3136024 w 3136024"/>
                <a:gd name="connsiteY3" fmla="*/ 289955 h 2384138"/>
                <a:gd name="connsiteX4" fmla="*/ 2933700 w 3136024"/>
                <a:gd name="connsiteY4" fmla="*/ 67969 h 2384138"/>
                <a:gd name="connsiteX5" fmla="*/ 0 w 3136024"/>
                <a:gd name="connsiteY5" fmla="*/ 2384138 h 2384138"/>
                <a:gd name="connsiteX0" fmla="*/ 0 w 3133227"/>
                <a:gd name="connsiteY0" fmla="*/ 2384138 h 2384138"/>
                <a:gd name="connsiteX1" fmla="*/ 2933700 w 3133227"/>
                <a:gd name="connsiteY1" fmla="*/ 2384138 h 2384138"/>
                <a:gd name="connsiteX2" fmla="*/ 3132761 w 3133227"/>
                <a:gd name="connsiteY2" fmla="*/ 2382914 h 2384138"/>
                <a:gd name="connsiteX3" fmla="*/ 3133227 w 3133227"/>
                <a:gd name="connsiteY3" fmla="*/ 116130 h 2384138"/>
                <a:gd name="connsiteX4" fmla="*/ 2933700 w 3133227"/>
                <a:gd name="connsiteY4" fmla="*/ 67969 h 2384138"/>
                <a:gd name="connsiteX5" fmla="*/ 0 w 3133227"/>
                <a:gd name="connsiteY5" fmla="*/ 2384138 h 2384138"/>
                <a:gd name="connsiteX0" fmla="*/ 0 w 3133227"/>
                <a:gd name="connsiteY0" fmla="*/ 2336258 h 2336258"/>
                <a:gd name="connsiteX1" fmla="*/ 2933700 w 3133227"/>
                <a:gd name="connsiteY1" fmla="*/ 2336258 h 2336258"/>
                <a:gd name="connsiteX2" fmla="*/ 3132761 w 3133227"/>
                <a:gd name="connsiteY2" fmla="*/ 2335034 h 2336258"/>
                <a:gd name="connsiteX3" fmla="*/ 3133227 w 3133227"/>
                <a:gd name="connsiteY3" fmla="*/ 68250 h 2336258"/>
                <a:gd name="connsiteX4" fmla="*/ 3090338 w 3133227"/>
                <a:gd name="connsiteY4" fmla="*/ 69117 h 2336258"/>
                <a:gd name="connsiteX5" fmla="*/ 0 w 3133227"/>
                <a:gd name="connsiteY5" fmla="*/ 2336258 h 2336258"/>
                <a:gd name="connsiteX0" fmla="*/ 0 w 3340345"/>
                <a:gd name="connsiteY0" fmla="*/ 2336258 h 2336258"/>
                <a:gd name="connsiteX1" fmla="*/ 2933700 w 3340345"/>
                <a:gd name="connsiteY1" fmla="*/ 2336258 h 2336258"/>
                <a:gd name="connsiteX2" fmla="*/ 3132761 w 3340345"/>
                <a:gd name="connsiteY2" fmla="*/ 2335034 h 2336258"/>
                <a:gd name="connsiteX3" fmla="*/ 3090338 w 3340345"/>
                <a:gd name="connsiteY3" fmla="*/ 69117 h 2336258"/>
                <a:gd name="connsiteX4" fmla="*/ 0 w 3340345"/>
                <a:gd name="connsiteY4" fmla="*/ 2336258 h 2336258"/>
                <a:gd name="connsiteX0" fmla="*/ 0 w 3374476"/>
                <a:gd name="connsiteY0" fmla="*/ 2331908 h 2331908"/>
                <a:gd name="connsiteX1" fmla="*/ 2933700 w 3374476"/>
                <a:gd name="connsiteY1" fmla="*/ 2331908 h 2331908"/>
                <a:gd name="connsiteX2" fmla="*/ 3132761 w 3374476"/>
                <a:gd name="connsiteY2" fmla="*/ 2330684 h 2331908"/>
                <a:gd name="connsiteX3" fmla="*/ 3137889 w 3374476"/>
                <a:gd name="connsiteY3" fmla="*/ 69224 h 2331908"/>
                <a:gd name="connsiteX4" fmla="*/ 0 w 3374476"/>
                <a:gd name="connsiteY4" fmla="*/ 2331908 h 2331908"/>
                <a:gd name="connsiteX0" fmla="*/ 0 w 3137889"/>
                <a:gd name="connsiteY0" fmla="*/ 2331908 h 2331908"/>
                <a:gd name="connsiteX1" fmla="*/ 2933700 w 3137889"/>
                <a:gd name="connsiteY1" fmla="*/ 2331908 h 2331908"/>
                <a:gd name="connsiteX2" fmla="*/ 3132761 w 3137889"/>
                <a:gd name="connsiteY2" fmla="*/ 2330684 h 2331908"/>
                <a:gd name="connsiteX3" fmla="*/ 3137889 w 3137889"/>
                <a:gd name="connsiteY3" fmla="*/ 69224 h 2331908"/>
                <a:gd name="connsiteX4" fmla="*/ 0 w 3137889"/>
                <a:gd name="connsiteY4" fmla="*/ 2331908 h 2331908"/>
                <a:gd name="connsiteX0" fmla="*/ 0 w 3137889"/>
                <a:gd name="connsiteY0" fmla="*/ 2378539 h 2378539"/>
                <a:gd name="connsiteX1" fmla="*/ 2933700 w 3137889"/>
                <a:gd name="connsiteY1" fmla="*/ 2378539 h 2378539"/>
                <a:gd name="connsiteX2" fmla="*/ 3132761 w 3137889"/>
                <a:gd name="connsiteY2" fmla="*/ 2377315 h 2378539"/>
                <a:gd name="connsiteX3" fmla="*/ 3137889 w 3137889"/>
                <a:gd name="connsiteY3" fmla="*/ 115855 h 2378539"/>
                <a:gd name="connsiteX4" fmla="*/ 0 w 3137889"/>
                <a:gd name="connsiteY4" fmla="*/ 2378539 h 2378539"/>
                <a:gd name="connsiteX0" fmla="*/ 0 w 3137889"/>
                <a:gd name="connsiteY0" fmla="*/ 2378539 h 2378539"/>
                <a:gd name="connsiteX1" fmla="*/ 2933700 w 3137889"/>
                <a:gd name="connsiteY1" fmla="*/ 2378539 h 2378539"/>
                <a:gd name="connsiteX2" fmla="*/ 3132761 w 3137889"/>
                <a:gd name="connsiteY2" fmla="*/ 2377315 h 2378539"/>
                <a:gd name="connsiteX3" fmla="*/ 3137889 w 3137889"/>
                <a:gd name="connsiteY3" fmla="*/ 115855 h 2378539"/>
                <a:gd name="connsiteX4" fmla="*/ 0 w 3137889"/>
                <a:gd name="connsiteY4" fmla="*/ 2378539 h 2378539"/>
                <a:gd name="connsiteX0" fmla="*/ 0 w 3137889"/>
                <a:gd name="connsiteY0" fmla="*/ 2378539 h 2378539"/>
                <a:gd name="connsiteX1" fmla="*/ 2933700 w 3137889"/>
                <a:gd name="connsiteY1" fmla="*/ 2378539 h 2378539"/>
                <a:gd name="connsiteX2" fmla="*/ 3136677 w 3137889"/>
                <a:gd name="connsiteY2" fmla="*/ 2377315 h 2378539"/>
                <a:gd name="connsiteX3" fmla="*/ 3137889 w 3137889"/>
                <a:gd name="connsiteY3" fmla="*/ 115855 h 2378539"/>
                <a:gd name="connsiteX4" fmla="*/ 0 w 3137889"/>
                <a:gd name="connsiteY4" fmla="*/ 2378539 h 2378539"/>
                <a:gd name="connsiteX0" fmla="*/ 0 w 3137889"/>
                <a:gd name="connsiteY0" fmla="*/ 2378539 h 2378539"/>
                <a:gd name="connsiteX1" fmla="*/ 2933700 w 3137889"/>
                <a:gd name="connsiteY1" fmla="*/ 2378539 h 2378539"/>
                <a:gd name="connsiteX2" fmla="*/ 3136677 w 3137889"/>
                <a:gd name="connsiteY2" fmla="*/ 2377315 h 2378539"/>
                <a:gd name="connsiteX3" fmla="*/ 3137889 w 3137889"/>
                <a:gd name="connsiteY3" fmla="*/ 115855 h 2378539"/>
                <a:gd name="connsiteX4" fmla="*/ 0 w 3137889"/>
                <a:gd name="connsiteY4" fmla="*/ 2378539 h 2378539"/>
                <a:gd name="connsiteX0" fmla="*/ 0 w 3140593"/>
                <a:gd name="connsiteY0" fmla="*/ 2378539 h 2378539"/>
                <a:gd name="connsiteX1" fmla="*/ 2933700 w 3140593"/>
                <a:gd name="connsiteY1" fmla="*/ 2378539 h 2378539"/>
                <a:gd name="connsiteX2" fmla="*/ 3140593 w 3140593"/>
                <a:gd name="connsiteY2" fmla="*/ 2377315 h 2378539"/>
                <a:gd name="connsiteX3" fmla="*/ 3137889 w 3140593"/>
                <a:gd name="connsiteY3" fmla="*/ 115855 h 2378539"/>
                <a:gd name="connsiteX4" fmla="*/ 0 w 3140593"/>
                <a:gd name="connsiteY4" fmla="*/ 2378539 h 2378539"/>
                <a:gd name="connsiteX0" fmla="*/ 0 w 3140593"/>
                <a:gd name="connsiteY0" fmla="*/ 2378539 h 2378539"/>
                <a:gd name="connsiteX1" fmla="*/ 3140593 w 3140593"/>
                <a:gd name="connsiteY1" fmla="*/ 2377315 h 2378539"/>
                <a:gd name="connsiteX2" fmla="*/ 3137889 w 3140593"/>
                <a:gd name="connsiteY2" fmla="*/ 115855 h 2378539"/>
                <a:gd name="connsiteX3" fmla="*/ 0 w 3140593"/>
                <a:gd name="connsiteY3" fmla="*/ 2378539 h 2378539"/>
                <a:gd name="connsiteX0" fmla="*/ 0 w 3140593"/>
                <a:gd name="connsiteY0" fmla="*/ 2379792 h 2379792"/>
                <a:gd name="connsiteX1" fmla="*/ 3140593 w 3140593"/>
                <a:gd name="connsiteY1" fmla="*/ 2378568 h 2379792"/>
                <a:gd name="connsiteX2" fmla="*/ 3139521 w 3140593"/>
                <a:gd name="connsiteY2" fmla="*/ 115808 h 2379792"/>
                <a:gd name="connsiteX3" fmla="*/ 0 w 3140593"/>
                <a:gd name="connsiteY3" fmla="*/ 2379792 h 2379792"/>
                <a:gd name="connsiteX0" fmla="*/ 0 w 3140593"/>
                <a:gd name="connsiteY0" fmla="*/ 2378540 h 2378540"/>
                <a:gd name="connsiteX1" fmla="*/ 3140593 w 3140593"/>
                <a:gd name="connsiteY1" fmla="*/ 2377316 h 2378540"/>
                <a:gd name="connsiteX2" fmla="*/ 3138705 w 3140593"/>
                <a:gd name="connsiteY2" fmla="*/ 115856 h 2378540"/>
                <a:gd name="connsiteX3" fmla="*/ 0 w 3140593"/>
                <a:gd name="connsiteY3" fmla="*/ 2378540 h 2378540"/>
                <a:gd name="connsiteX0" fmla="*/ 0 w 3372863"/>
                <a:gd name="connsiteY0" fmla="*/ 2378540 h 2378540"/>
                <a:gd name="connsiteX1" fmla="*/ 3140593 w 3372863"/>
                <a:gd name="connsiteY1" fmla="*/ 2377316 h 2378540"/>
                <a:gd name="connsiteX2" fmla="*/ 3139284 w 3372863"/>
                <a:gd name="connsiteY2" fmla="*/ 1201172 h 2378540"/>
                <a:gd name="connsiteX3" fmla="*/ 3138705 w 3372863"/>
                <a:gd name="connsiteY3" fmla="*/ 115856 h 2378540"/>
                <a:gd name="connsiteX4" fmla="*/ 0 w 3372863"/>
                <a:gd name="connsiteY4" fmla="*/ 2378540 h 2378540"/>
                <a:gd name="connsiteX0" fmla="*/ 41419 w 3414282"/>
                <a:gd name="connsiteY0" fmla="*/ 2329449 h 2329449"/>
                <a:gd name="connsiteX1" fmla="*/ 3182012 w 3414282"/>
                <a:gd name="connsiteY1" fmla="*/ 2328225 h 2329449"/>
                <a:gd name="connsiteX2" fmla="*/ 3180703 w 3414282"/>
                <a:gd name="connsiteY2" fmla="*/ 1152081 h 2329449"/>
                <a:gd name="connsiteX3" fmla="*/ 3180124 w 3414282"/>
                <a:gd name="connsiteY3" fmla="*/ 66765 h 2329449"/>
                <a:gd name="connsiteX4" fmla="*/ 1499878 w 3414282"/>
                <a:gd name="connsiteY4" fmla="*/ 359243 h 2329449"/>
                <a:gd name="connsiteX5" fmla="*/ 41419 w 3414282"/>
                <a:gd name="connsiteY5" fmla="*/ 2329449 h 2329449"/>
                <a:gd name="connsiteX0" fmla="*/ 24425 w 3397288"/>
                <a:gd name="connsiteY0" fmla="*/ 2329449 h 2329449"/>
                <a:gd name="connsiteX1" fmla="*/ 3165018 w 3397288"/>
                <a:gd name="connsiteY1" fmla="*/ 2328225 h 2329449"/>
                <a:gd name="connsiteX2" fmla="*/ 3163709 w 3397288"/>
                <a:gd name="connsiteY2" fmla="*/ 1152081 h 2329449"/>
                <a:gd name="connsiteX3" fmla="*/ 3163130 w 3397288"/>
                <a:gd name="connsiteY3" fmla="*/ 66765 h 2329449"/>
                <a:gd name="connsiteX4" fmla="*/ 1482884 w 3397288"/>
                <a:gd name="connsiteY4" fmla="*/ 359243 h 2329449"/>
                <a:gd name="connsiteX5" fmla="*/ 24425 w 3397288"/>
                <a:gd name="connsiteY5" fmla="*/ 2329449 h 2329449"/>
                <a:gd name="connsiteX0" fmla="*/ 0 w 3372863"/>
                <a:gd name="connsiteY0" fmla="*/ 2329449 h 2329449"/>
                <a:gd name="connsiteX1" fmla="*/ 3140593 w 3372863"/>
                <a:gd name="connsiteY1" fmla="*/ 2328225 h 2329449"/>
                <a:gd name="connsiteX2" fmla="*/ 3139284 w 3372863"/>
                <a:gd name="connsiteY2" fmla="*/ 1152081 h 2329449"/>
                <a:gd name="connsiteX3" fmla="*/ 3138705 w 3372863"/>
                <a:gd name="connsiteY3" fmla="*/ 66765 h 2329449"/>
                <a:gd name="connsiteX4" fmla="*/ 1458459 w 3372863"/>
                <a:gd name="connsiteY4" fmla="*/ 359243 h 2329449"/>
                <a:gd name="connsiteX5" fmla="*/ 0 w 3372863"/>
                <a:gd name="connsiteY5" fmla="*/ 2329449 h 2329449"/>
                <a:gd name="connsiteX0" fmla="*/ 0 w 3372863"/>
                <a:gd name="connsiteY0" fmla="*/ 2329449 h 2329449"/>
                <a:gd name="connsiteX1" fmla="*/ 3140593 w 3372863"/>
                <a:gd name="connsiteY1" fmla="*/ 2328225 h 2329449"/>
                <a:gd name="connsiteX2" fmla="*/ 3139284 w 3372863"/>
                <a:gd name="connsiteY2" fmla="*/ 1152081 h 2329449"/>
                <a:gd name="connsiteX3" fmla="*/ 3138705 w 3372863"/>
                <a:gd name="connsiteY3" fmla="*/ 66765 h 2329449"/>
                <a:gd name="connsiteX4" fmla="*/ 1458459 w 3372863"/>
                <a:gd name="connsiteY4" fmla="*/ 359243 h 2329449"/>
                <a:gd name="connsiteX5" fmla="*/ 0 w 3372863"/>
                <a:gd name="connsiteY5" fmla="*/ 2329449 h 2329449"/>
                <a:gd name="connsiteX0" fmla="*/ 0 w 3372863"/>
                <a:gd name="connsiteY0" fmla="*/ 2329449 h 2329449"/>
                <a:gd name="connsiteX1" fmla="*/ 3140593 w 3372863"/>
                <a:gd name="connsiteY1" fmla="*/ 2328225 h 2329449"/>
                <a:gd name="connsiteX2" fmla="*/ 3139284 w 3372863"/>
                <a:gd name="connsiteY2" fmla="*/ 1152081 h 2329449"/>
                <a:gd name="connsiteX3" fmla="*/ 3138705 w 3372863"/>
                <a:gd name="connsiteY3" fmla="*/ 66765 h 2329449"/>
                <a:gd name="connsiteX4" fmla="*/ 1458459 w 3372863"/>
                <a:gd name="connsiteY4" fmla="*/ 359243 h 2329449"/>
                <a:gd name="connsiteX5" fmla="*/ 0 w 3372863"/>
                <a:gd name="connsiteY5" fmla="*/ 2329449 h 2329449"/>
                <a:gd name="connsiteX0" fmla="*/ 0 w 3372863"/>
                <a:gd name="connsiteY0" fmla="*/ 2329449 h 2329449"/>
                <a:gd name="connsiteX1" fmla="*/ 3140593 w 3372863"/>
                <a:gd name="connsiteY1" fmla="*/ 2328225 h 2329449"/>
                <a:gd name="connsiteX2" fmla="*/ 3139284 w 3372863"/>
                <a:gd name="connsiteY2" fmla="*/ 1152081 h 2329449"/>
                <a:gd name="connsiteX3" fmla="*/ 3138705 w 3372863"/>
                <a:gd name="connsiteY3" fmla="*/ 66765 h 2329449"/>
                <a:gd name="connsiteX4" fmla="*/ 1458459 w 3372863"/>
                <a:gd name="connsiteY4" fmla="*/ 359243 h 2329449"/>
                <a:gd name="connsiteX5" fmla="*/ 0 w 3372863"/>
                <a:gd name="connsiteY5" fmla="*/ 2329449 h 2329449"/>
                <a:gd name="connsiteX0" fmla="*/ 0 w 3372863"/>
                <a:gd name="connsiteY0" fmla="*/ 2329449 h 2329449"/>
                <a:gd name="connsiteX1" fmla="*/ 3140593 w 3372863"/>
                <a:gd name="connsiteY1" fmla="*/ 2328225 h 2329449"/>
                <a:gd name="connsiteX2" fmla="*/ 3139284 w 3372863"/>
                <a:gd name="connsiteY2" fmla="*/ 1152081 h 2329449"/>
                <a:gd name="connsiteX3" fmla="*/ 3138705 w 3372863"/>
                <a:gd name="connsiteY3" fmla="*/ 66765 h 2329449"/>
                <a:gd name="connsiteX4" fmla="*/ 1458459 w 3372863"/>
                <a:gd name="connsiteY4" fmla="*/ 359243 h 2329449"/>
                <a:gd name="connsiteX5" fmla="*/ 0 w 3372863"/>
                <a:gd name="connsiteY5" fmla="*/ 2329449 h 2329449"/>
                <a:gd name="connsiteX0" fmla="*/ 0 w 3372863"/>
                <a:gd name="connsiteY0" fmla="*/ 2329449 h 2329449"/>
                <a:gd name="connsiteX1" fmla="*/ 3140593 w 3372863"/>
                <a:gd name="connsiteY1" fmla="*/ 2328225 h 2329449"/>
                <a:gd name="connsiteX2" fmla="*/ 3139284 w 3372863"/>
                <a:gd name="connsiteY2" fmla="*/ 1152081 h 2329449"/>
                <a:gd name="connsiteX3" fmla="*/ 3138705 w 3372863"/>
                <a:gd name="connsiteY3" fmla="*/ 66765 h 2329449"/>
                <a:gd name="connsiteX4" fmla="*/ 1458459 w 3372863"/>
                <a:gd name="connsiteY4" fmla="*/ 359243 h 2329449"/>
                <a:gd name="connsiteX5" fmla="*/ 0 w 3372863"/>
                <a:gd name="connsiteY5" fmla="*/ 2329449 h 2329449"/>
                <a:gd name="connsiteX0" fmla="*/ 0 w 3372863"/>
                <a:gd name="connsiteY0" fmla="*/ 2329449 h 2329449"/>
                <a:gd name="connsiteX1" fmla="*/ 3140593 w 3372863"/>
                <a:gd name="connsiteY1" fmla="*/ 2328225 h 2329449"/>
                <a:gd name="connsiteX2" fmla="*/ 3139284 w 3372863"/>
                <a:gd name="connsiteY2" fmla="*/ 1152081 h 2329449"/>
                <a:gd name="connsiteX3" fmla="*/ 3138705 w 3372863"/>
                <a:gd name="connsiteY3" fmla="*/ 66765 h 2329449"/>
                <a:gd name="connsiteX4" fmla="*/ 1458459 w 3372863"/>
                <a:gd name="connsiteY4" fmla="*/ 359243 h 2329449"/>
                <a:gd name="connsiteX5" fmla="*/ 0 w 3372863"/>
                <a:gd name="connsiteY5" fmla="*/ 2329449 h 2329449"/>
                <a:gd name="connsiteX0" fmla="*/ 0 w 3372863"/>
                <a:gd name="connsiteY0" fmla="*/ 2329449 h 2329449"/>
                <a:gd name="connsiteX1" fmla="*/ 3140593 w 3372863"/>
                <a:gd name="connsiteY1" fmla="*/ 2328225 h 2329449"/>
                <a:gd name="connsiteX2" fmla="*/ 3139284 w 3372863"/>
                <a:gd name="connsiteY2" fmla="*/ 1152081 h 2329449"/>
                <a:gd name="connsiteX3" fmla="*/ 3138705 w 3372863"/>
                <a:gd name="connsiteY3" fmla="*/ 66765 h 2329449"/>
                <a:gd name="connsiteX4" fmla="*/ 1458459 w 3372863"/>
                <a:gd name="connsiteY4" fmla="*/ 359243 h 2329449"/>
                <a:gd name="connsiteX5" fmla="*/ 0 w 3372863"/>
                <a:gd name="connsiteY5" fmla="*/ 2329449 h 2329449"/>
                <a:gd name="connsiteX0" fmla="*/ 0 w 3372863"/>
                <a:gd name="connsiteY0" fmla="*/ 2329449 h 2329449"/>
                <a:gd name="connsiteX1" fmla="*/ 3140593 w 3372863"/>
                <a:gd name="connsiteY1" fmla="*/ 2328225 h 2329449"/>
                <a:gd name="connsiteX2" fmla="*/ 3139284 w 3372863"/>
                <a:gd name="connsiteY2" fmla="*/ 1152081 h 2329449"/>
                <a:gd name="connsiteX3" fmla="*/ 3138705 w 3372863"/>
                <a:gd name="connsiteY3" fmla="*/ 66765 h 2329449"/>
                <a:gd name="connsiteX4" fmla="*/ 1458459 w 3372863"/>
                <a:gd name="connsiteY4" fmla="*/ 359243 h 2329449"/>
                <a:gd name="connsiteX5" fmla="*/ 0 w 3372863"/>
                <a:gd name="connsiteY5" fmla="*/ 2329449 h 2329449"/>
                <a:gd name="connsiteX0" fmla="*/ 0 w 3372863"/>
                <a:gd name="connsiteY0" fmla="*/ 2329449 h 2329449"/>
                <a:gd name="connsiteX1" fmla="*/ 3140593 w 3372863"/>
                <a:gd name="connsiteY1" fmla="*/ 2328225 h 2329449"/>
                <a:gd name="connsiteX2" fmla="*/ 3139284 w 3372863"/>
                <a:gd name="connsiteY2" fmla="*/ 1152081 h 2329449"/>
                <a:gd name="connsiteX3" fmla="*/ 3138705 w 3372863"/>
                <a:gd name="connsiteY3" fmla="*/ 66765 h 2329449"/>
                <a:gd name="connsiteX4" fmla="*/ 1458459 w 3372863"/>
                <a:gd name="connsiteY4" fmla="*/ 359243 h 2329449"/>
                <a:gd name="connsiteX5" fmla="*/ 0 w 3372863"/>
                <a:gd name="connsiteY5" fmla="*/ 2329449 h 2329449"/>
                <a:gd name="connsiteX0" fmla="*/ 0 w 3372863"/>
                <a:gd name="connsiteY0" fmla="*/ 2329449 h 2329449"/>
                <a:gd name="connsiteX1" fmla="*/ 3140593 w 3372863"/>
                <a:gd name="connsiteY1" fmla="*/ 2328225 h 2329449"/>
                <a:gd name="connsiteX2" fmla="*/ 3139284 w 3372863"/>
                <a:gd name="connsiteY2" fmla="*/ 1152081 h 2329449"/>
                <a:gd name="connsiteX3" fmla="*/ 3138705 w 3372863"/>
                <a:gd name="connsiteY3" fmla="*/ 66765 h 2329449"/>
                <a:gd name="connsiteX4" fmla="*/ 1458459 w 3372863"/>
                <a:gd name="connsiteY4" fmla="*/ 359243 h 2329449"/>
                <a:gd name="connsiteX5" fmla="*/ 0 w 3372863"/>
                <a:gd name="connsiteY5" fmla="*/ 2329449 h 2329449"/>
                <a:gd name="connsiteX0" fmla="*/ 0 w 3448011"/>
                <a:gd name="connsiteY0" fmla="*/ 2005938 h 2005938"/>
                <a:gd name="connsiteX1" fmla="*/ 3140593 w 3448011"/>
                <a:gd name="connsiteY1" fmla="*/ 2004714 h 2005938"/>
                <a:gd name="connsiteX2" fmla="*/ 3139284 w 3448011"/>
                <a:gd name="connsiteY2" fmla="*/ 828570 h 2005938"/>
                <a:gd name="connsiteX3" fmla="*/ 1458459 w 3448011"/>
                <a:gd name="connsiteY3" fmla="*/ 35732 h 2005938"/>
                <a:gd name="connsiteX4" fmla="*/ 0 w 3448011"/>
                <a:gd name="connsiteY4" fmla="*/ 2005938 h 2005938"/>
                <a:gd name="connsiteX0" fmla="*/ 0 w 3168650"/>
                <a:gd name="connsiteY0" fmla="*/ 1970207 h 1970207"/>
                <a:gd name="connsiteX1" fmla="*/ 3140593 w 3168650"/>
                <a:gd name="connsiteY1" fmla="*/ 1968983 h 1970207"/>
                <a:gd name="connsiteX2" fmla="*/ 1458459 w 3168650"/>
                <a:gd name="connsiteY2" fmla="*/ 1 h 1970207"/>
                <a:gd name="connsiteX3" fmla="*/ 0 w 3168650"/>
                <a:gd name="connsiteY3" fmla="*/ 1970207 h 1970207"/>
                <a:gd name="connsiteX0" fmla="*/ 0 w 3140593"/>
                <a:gd name="connsiteY0" fmla="*/ 1970214 h 1970214"/>
                <a:gd name="connsiteX1" fmla="*/ 3140593 w 3140593"/>
                <a:gd name="connsiteY1" fmla="*/ 1968990 h 1970214"/>
                <a:gd name="connsiteX2" fmla="*/ 1458459 w 3140593"/>
                <a:gd name="connsiteY2" fmla="*/ 8 h 1970214"/>
                <a:gd name="connsiteX3" fmla="*/ 0 w 3140593"/>
                <a:gd name="connsiteY3" fmla="*/ 1970214 h 1970214"/>
                <a:gd name="connsiteX0" fmla="*/ 0 w 3140593"/>
                <a:gd name="connsiteY0" fmla="*/ 1970206 h 1970206"/>
                <a:gd name="connsiteX1" fmla="*/ 3140593 w 3140593"/>
                <a:gd name="connsiteY1" fmla="*/ 1968982 h 1970206"/>
                <a:gd name="connsiteX2" fmla="*/ 1458459 w 3140593"/>
                <a:gd name="connsiteY2" fmla="*/ 0 h 1970206"/>
                <a:gd name="connsiteX3" fmla="*/ 0 w 3140593"/>
                <a:gd name="connsiteY3" fmla="*/ 1970206 h 1970206"/>
                <a:gd name="connsiteX0" fmla="*/ 0 w 2475364"/>
                <a:gd name="connsiteY0" fmla="*/ 1970206 h 1970206"/>
                <a:gd name="connsiteX1" fmla="*/ 2475364 w 2475364"/>
                <a:gd name="connsiteY1" fmla="*/ 1968982 h 1970206"/>
                <a:gd name="connsiteX2" fmla="*/ 1458459 w 2475364"/>
                <a:gd name="connsiteY2" fmla="*/ 0 h 1970206"/>
                <a:gd name="connsiteX3" fmla="*/ 0 w 2475364"/>
                <a:gd name="connsiteY3" fmla="*/ 1970206 h 1970206"/>
                <a:gd name="connsiteX0" fmla="*/ 0 w 2475364"/>
                <a:gd name="connsiteY0" fmla="*/ 1970206 h 1970206"/>
                <a:gd name="connsiteX1" fmla="*/ 2475364 w 2475364"/>
                <a:gd name="connsiteY1" fmla="*/ 1968982 h 1970206"/>
                <a:gd name="connsiteX2" fmla="*/ 1458459 w 2475364"/>
                <a:gd name="connsiteY2" fmla="*/ 0 h 1970206"/>
                <a:gd name="connsiteX3" fmla="*/ 0 w 2475364"/>
                <a:gd name="connsiteY3" fmla="*/ 1970206 h 1970206"/>
                <a:gd name="connsiteX0" fmla="*/ 0 w 2518406"/>
                <a:gd name="connsiteY0" fmla="*/ 1970206 h 1970206"/>
                <a:gd name="connsiteX1" fmla="*/ 2475364 w 2518406"/>
                <a:gd name="connsiteY1" fmla="*/ 1968982 h 1970206"/>
                <a:gd name="connsiteX2" fmla="*/ 1458459 w 2518406"/>
                <a:gd name="connsiteY2" fmla="*/ 0 h 1970206"/>
                <a:gd name="connsiteX3" fmla="*/ 0 w 2518406"/>
                <a:gd name="connsiteY3" fmla="*/ 1970206 h 1970206"/>
                <a:gd name="connsiteX0" fmla="*/ 0 w 2475364"/>
                <a:gd name="connsiteY0" fmla="*/ 1970206 h 1970206"/>
                <a:gd name="connsiteX1" fmla="*/ 2475364 w 2475364"/>
                <a:gd name="connsiteY1" fmla="*/ 1968982 h 1970206"/>
                <a:gd name="connsiteX2" fmla="*/ 1458459 w 2475364"/>
                <a:gd name="connsiteY2" fmla="*/ 0 h 1970206"/>
                <a:gd name="connsiteX3" fmla="*/ 0 w 2475364"/>
                <a:gd name="connsiteY3" fmla="*/ 1970206 h 1970206"/>
                <a:gd name="connsiteX0" fmla="*/ 0 w 2475364"/>
                <a:gd name="connsiteY0" fmla="*/ 1970206 h 1970206"/>
                <a:gd name="connsiteX1" fmla="*/ 2475364 w 2475364"/>
                <a:gd name="connsiteY1" fmla="*/ 1968982 h 1970206"/>
                <a:gd name="connsiteX2" fmla="*/ 1458459 w 2475364"/>
                <a:gd name="connsiteY2" fmla="*/ 0 h 1970206"/>
                <a:gd name="connsiteX3" fmla="*/ 0 w 2475364"/>
                <a:gd name="connsiteY3" fmla="*/ 1970206 h 1970206"/>
                <a:gd name="connsiteX0" fmla="*/ 0 w 2475364"/>
                <a:gd name="connsiteY0" fmla="*/ 1970206 h 1970206"/>
                <a:gd name="connsiteX1" fmla="*/ 2475364 w 2475364"/>
                <a:gd name="connsiteY1" fmla="*/ 1968982 h 1970206"/>
                <a:gd name="connsiteX2" fmla="*/ 1458459 w 2475364"/>
                <a:gd name="connsiteY2" fmla="*/ 0 h 1970206"/>
                <a:gd name="connsiteX3" fmla="*/ 0 w 2475364"/>
                <a:gd name="connsiteY3" fmla="*/ 1970206 h 1970206"/>
                <a:gd name="connsiteX0" fmla="*/ 0 w 2475364"/>
                <a:gd name="connsiteY0" fmla="*/ 1970206 h 1970206"/>
                <a:gd name="connsiteX1" fmla="*/ 2475364 w 2475364"/>
                <a:gd name="connsiteY1" fmla="*/ 1968982 h 1970206"/>
                <a:gd name="connsiteX2" fmla="*/ 1458459 w 2475364"/>
                <a:gd name="connsiteY2" fmla="*/ 0 h 1970206"/>
                <a:gd name="connsiteX3" fmla="*/ 0 w 2475364"/>
                <a:gd name="connsiteY3" fmla="*/ 1970206 h 1970206"/>
                <a:gd name="connsiteX0" fmla="*/ 0 w 2475364"/>
                <a:gd name="connsiteY0" fmla="*/ 1970206 h 1970206"/>
                <a:gd name="connsiteX1" fmla="*/ 2475364 w 2475364"/>
                <a:gd name="connsiteY1" fmla="*/ 1968982 h 1970206"/>
                <a:gd name="connsiteX2" fmla="*/ 1465933 w 2475364"/>
                <a:gd name="connsiteY2" fmla="*/ 0 h 1970206"/>
                <a:gd name="connsiteX3" fmla="*/ 0 w 2475364"/>
                <a:gd name="connsiteY3" fmla="*/ 1970206 h 1970206"/>
                <a:gd name="connsiteX0" fmla="*/ 0 w 2475364"/>
                <a:gd name="connsiteY0" fmla="*/ 1970206 h 1970206"/>
                <a:gd name="connsiteX1" fmla="*/ 2475364 w 2475364"/>
                <a:gd name="connsiteY1" fmla="*/ 1968982 h 1970206"/>
                <a:gd name="connsiteX2" fmla="*/ 1465933 w 2475364"/>
                <a:gd name="connsiteY2" fmla="*/ 0 h 1970206"/>
                <a:gd name="connsiteX3" fmla="*/ 0 w 2475364"/>
                <a:gd name="connsiteY3" fmla="*/ 1970206 h 1970206"/>
                <a:gd name="connsiteX0" fmla="*/ 0 w 2475364"/>
                <a:gd name="connsiteY0" fmla="*/ 1970206 h 1970206"/>
                <a:gd name="connsiteX1" fmla="*/ 2475364 w 2475364"/>
                <a:gd name="connsiteY1" fmla="*/ 1968982 h 1970206"/>
                <a:gd name="connsiteX2" fmla="*/ 1465933 w 2475364"/>
                <a:gd name="connsiteY2" fmla="*/ 0 h 1970206"/>
                <a:gd name="connsiteX3" fmla="*/ 0 w 2475364"/>
                <a:gd name="connsiteY3" fmla="*/ 1970206 h 1970206"/>
                <a:gd name="connsiteX0" fmla="*/ 0 w 2475364"/>
                <a:gd name="connsiteY0" fmla="*/ 1970206 h 1970206"/>
                <a:gd name="connsiteX1" fmla="*/ 2475364 w 2475364"/>
                <a:gd name="connsiteY1" fmla="*/ 1968982 h 1970206"/>
                <a:gd name="connsiteX2" fmla="*/ 1465933 w 2475364"/>
                <a:gd name="connsiteY2" fmla="*/ 0 h 1970206"/>
                <a:gd name="connsiteX3" fmla="*/ 0 w 2475364"/>
                <a:gd name="connsiteY3" fmla="*/ 1970206 h 1970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75364" h="1970206">
                  <a:moveTo>
                    <a:pt x="0" y="1970206"/>
                  </a:moveTo>
                  <a:lnTo>
                    <a:pt x="2475364" y="1968982"/>
                  </a:lnTo>
                  <a:cubicBezTo>
                    <a:pt x="2326030" y="904939"/>
                    <a:pt x="1878494" y="-204"/>
                    <a:pt x="1465933" y="0"/>
                  </a:cubicBezTo>
                  <a:cubicBezTo>
                    <a:pt x="849385" y="614882"/>
                    <a:pt x="635269" y="1867385"/>
                    <a:pt x="0" y="197020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it-IT" sz="1600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FD9CCBC3-0A65-4D8C-8B1C-8E66D4FD8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57130"/>
            <a:ext cx="10515600" cy="415498"/>
          </a:xfrm>
        </p:spPr>
        <p:txBody>
          <a:bodyPr/>
          <a:lstStyle>
            <a:lvl1pPr>
              <a:tabLst>
                <a:tab pos="2870200" algn="l"/>
              </a:tabLst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Segnaposto numero diapositiva 2">
            <a:extLst>
              <a:ext uri="{FF2B5EF4-FFF2-40B4-BE49-F238E27FC236}">
                <a16:creationId xmlns:a16="http://schemas.microsoft.com/office/drawing/2014/main" id="{B94F48AE-1F45-A362-0838-3A44814B76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48782" y="634460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D09F8-238D-44D3-B237-E3E09C2B55E9}" type="slidenum">
              <a:rPr lang="it-IT" smtClean="0"/>
              <a:t>‹N›</a:t>
            </a:fld>
            <a:endParaRPr lang="it-IT"/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98685AC1-E79D-BBBF-E047-37E8E6D2531B}"/>
              </a:ext>
            </a:extLst>
          </p:cNvPr>
          <p:cNvCxnSpPr>
            <a:cxnSpLocks/>
          </p:cNvCxnSpPr>
          <p:nvPr userDrawn="1"/>
        </p:nvCxnSpPr>
        <p:spPr>
          <a:xfrm>
            <a:off x="170328" y="6293686"/>
            <a:ext cx="2133600" cy="3992"/>
          </a:xfrm>
          <a:prstGeom prst="line">
            <a:avLst/>
          </a:prstGeom>
          <a:ln w="101600">
            <a:solidFill>
              <a:srgbClr val="21B8C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7028F3E3-9E5B-93C5-072F-CA3B1AC81DDB}"/>
              </a:ext>
            </a:extLst>
          </p:cNvPr>
          <p:cNvCxnSpPr>
            <a:cxnSpLocks/>
          </p:cNvCxnSpPr>
          <p:nvPr userDrawn="1"/>
        </p:nvCxnSpPr>
        <p:spPr>
          <a:xfrm>
            <a:off x="170328" y="1409933"/>
            <a:ext cx="2133600" cy="3992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332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DB00D30-8D76-4030-B0C4-132CE8F7CC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19648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DB00D30-8D76-4030-B0C4-132CE8F7CC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657137BC-5798-4C92-B200-0DDFAD94D7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200" b="1" i="0" baseline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000" y="529430"/>
            <a:ext cx="11588286" cy="4431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4853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F97252-3ED8-4F04-888D-3DC4986911B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50444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F97252-3ED8-4F04-888D-3DC4986911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421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149-7DE5-45BF-BC84-73B9E7ABF444}" type="slidenum">
              <a:rPr lang="it-IT" smtClean="0"/>
              <a:t>‹N›</a:t>
            </a:fld>
            <a:endParaRPr lang="it-IT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2D38C368-03C3-9C92-A492-F5F345BD49C8}"/>
              </a:ext>
            </a:extLst>
          </p:cNvPr>
          <p:cNvCxnSpPr>
            <a:cxnSpLocks/>
          </p:cNvCxnSpPr>
          <p:nvPr userDrawn="1"/>
        </p:nvCxnSpPr>
        <p:spPr>
          <a:xfrm>
            <a:off x="170328" y="6293686"/>
            <a:ext cx="2133600" cy="3992"/>
          </a:xfrm>
          <a:prstGeom prst="line">
            <a:avLst/>
          </a:prstGeom>
          <a:ln w="101600">
            <a:solidFill>
              <a:srgbClr val="21B8C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BF53FFD8-3A03-BD62-441D-9868C0026428}"/>
              </a:ext>
            </a:extLst>
          </p:cNvPr>
          <p:cNvCxnSpPr>
            <a:cxnSpLocks/>
          </p:cNvCxnSpPr>
          <p:nvPr userDrawn="1"/>
        </p:nvCxnSpPr>
        <p:spPr>
          <a:xfrm>
            <a:off x="170328" y="782731"/>
            <a:ext cx="2133600" cy="3992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998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D58877-4F0A-7AFF-C1FC-C0A412EBC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9C25104-81BC-5D84-CC32-49800A7611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9D09F8-238D-44D3-B237-E3E09C2B55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9909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4F73AB-AD4E-21FB-6EFD-640F6C26E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56F3F90-A7EC-4C8B-553E-4DF597AEA3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9D09F8-238D-44D3-B237-E3E09C2B55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6178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391A93-3B0D-07C9-4987-BD922F040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D2C75C76-5E84-0879-A7AC-EB71AE4CDC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9D09F8-238D-44D3-B237-E3E09C2B55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8571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8000" y="603296"/>
            <a:ext cx="10515600" cy="369332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marL="0" lvl="0" defTabSz="1219140">
              <a:lnSpc>
                <a:spcPct val="80000"/>
              </a:lnSpc>
            </a:pPr>
            <a:r>
              <a:rPr lang="en-US"/>
              <a:t>Click to edit Master title style</a:t>
            </a:r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A6A83D7C-7FB3-44E4-A5C2-FD6CD377917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3098615681"/>
              </p:ext>
            </p:extLst>
          </p:nvPr>
        </p:nvGraphicFramePr>
        <p:xfrm>
          <a:off x="2119" y="1905"/>
          <a:ext cx="2117" cy="1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95" imgH="396" progId="TCLayout.ActiveDocument.1">
                  <p:embed/>
                </p:oleObj>
              </mc:Choice>
              <mc:Fallback>
                <p:oleObj name="think-cell Slide" r:id="rId12" imgW="395" imgH="39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A6A83D7C-7FB3-44E4-A5C2-FD6CD37791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19" y="1905"/>
                        <a:ext cx="2117" cy="19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3304B33D-7172-4E57-BA5C-F9557A5AF802}"/>
              </a:ext>
            </a:extLst>
          </p:cNvPr>
          <p:cNvSpPr/>
          <p:nvPr userDrawn="1">
            <p:custDataLst>
              <p:tags r:id="rId11"/>
            </p:custDataLst>
          </p:nvPr>
        </p:nvSpPr>
        <p:spPr>
          <a:xfrm>
            <a:off x="3" y="0"/>
            <a:ext cx="211667" cy="190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000" b="1" i="0" baseline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3145C3-3D9C-4A9F-9D38-F0A93F997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2035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D97341-16C4-038E-425B-0DAB3865E25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88000" y="6371276"/>
            <a:ext cx="1700598" cy="311776"/>
          </a:xfrm>
          <a:prstGeom prst="rect">
            <a:avLst/>
          </a:prstGeom>
        </p:spPr>
      </p:pic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81DEDDB0-B3EB-B138-07D0-651991342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48782" y="634460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D09F8-238D-44D3-B237-E3E09C2B55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2504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98" r:id="rId2"/>
    <p:sldLayoutId id="2147483696" r:id="rId3"/>
    <p:sldLayoutId id="2147483697" r:id="rId4"/>
    <p:sldLayoutId id="2147483701" r:id="rId5"/>
    <p:sldLayoutId id="2147483703" r:id="rId6"/>
    <p:sldLayoutId id="2147483704" r:id="rId7"/>
    <p:sldLayoutId id="2147483702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altLang="zh-CN" sz="3000" b="1" i="0" u="none" strike="noStrike" kern="0" cap="none" spc="0" normalizeH="0" baseline="0" dirty="0">
          <a:ln>
            <a:noFill/>
          </a:ln>
          <a:solidFill>
            <a:schemeClr val="tx1"/>
          </a:solidFill>
          <a:effectLst/>
          <a:uLnTx/>
          <a:uFillTx/>
          <a:latin typeface="Arial" panose="020B0604020202020204" pitchFamily="34" charset="0"/>
          <a:ea typeface="+mn-ea"/>
          <a:cs typeface="Arial" panose="020B0604020202020204" pitchFamily="34" charset="0"/>
          <a:sym typeface="Helvetica Light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0" lang="en-US" altLang="zh-CN" sz="1400" b="0" i="0" u="none" strike="noStrike" kern="1200" cap="none" spc="0" normalizeH="0" baseline="0" smtClean="0">
          <a:ln>
            <a:noFill/>
          </a:ln>
          <a:solidFill>
            <a:schemeClr val="tx1"/>
          </a:solidFill>
          <a:effectLst/>
          <a:uFillTx/>
          <a:latin typeface="Arial" panose="020B0604020202020204" pitchFamily="34" charset="0"/>
          <a:ea typeface="+mn-ea"/>
          <a:cs typeface="Arial" panose="020B0604020202020204" pitchFamily="34" charset="0"/>
          <a:sym typeface="Helvetica Light"/>
        </a:defRPr>
      </a:lvl1pPr>
      <a:lvl2pPr marL="177800" indent="-177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altLang="zh-CN" sz="1400" b="0" i="0" u="none" strike="noStrike" kern="1200" cap="none" spc="0" normalizeH="0" baseline="0" smtClean="0">
          <a:ln>
            <a:noFill/>
          </a:ln>
          <a:solidFill>
            <a:schemeClr val="tx1"/>
          </a:solidFill>
          <a:effectLst/>
          <a:uFillTx/>
          <a:latin typeface="Arial" panose="020B0604020202020204" pitchFamily="34" charset="0"/>
          <a:ea typeface="+mn-ea"/>
          <a:cs typeface="Arial" panose="020B0604020202020204" pitchFamily="34" charset="0"/>
          <a:sym typeface="Helvetica Light"/>
        </a:defRPr>
      </a:lvl2pPr>
      <a:lvl3pPr marL="447675" indent="-2698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kumimoji="0" lang="en-US" altLang="zh-CN" sz="1400" b="0" i="0" u="none" strike="noStrike" kern="1200" cap="none" spc="0" normalizeH="0" baseline="0" smtClean="0">
          <a:ln>
            <a:noFill/>
          </a:ln>
          <a:solidFill>
            <a:schemeClr val="tx1"/>
          </a:solidFill>
          <a:effectLst/>
          <a:uFillTx/>
          <a:latin typeface="Arial" panose="020B0604020202020204" pitchFamily="34" charset="0"/>
          <a:ea typeface="+mn-ea"/>
          <a:cs typeface="Arial" panose="020B0604020202020204" pitchFamily="34" charset="0"/>
          <a:sym typeface="Helvetica Light"/>
        </a:defRPr>
      </a:lvl3pPr>
      <a:lvl4pPr marL="625475" indent="-177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altLang="zh-CN" sz="1400" b="0" i="0" u="none" strike="noStrike" kern="1200" cap="none" spc="0" normalizeH="0" baseline="0" smtClean="0">
          <a:ln>
            <a:noFill/>
          </a:ln>
          <a:solidFill>
            <a:schemeClr val="tx1"/>
          </a:solidFill>
          <a:effectLst/>
          <a:uFillTx/>
          <a:latin typeface="Arial" panose="020B0604020202020204" pitchFamily="34" charset="0"/>
          <a:ea typeface="+mn-ea"/>
          <a:cs typeface="Arial" panose="020B0604020202020204" pitchFamily="34" charset="0"/>
          <a:sym typeface="Helvetica Light"/>
        </a:defRPr>
      </a:lvl4pPr>
      <a:lvl5pPr marL="895350" indent="-2698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kumimoji="0" lang="en-US" altLang="zh-CN" sz="1400" b="0" i="0" u="none" strike="noStrike" kern="1200" cap="none" spc="0" normalizeH="0" baseline="0" dirty="0">
          <a:ln>
            <a:noFill/>
          </a:ln>
          <a:solidFill>
            <a:schemeClr val="tx1"/>
          </a:solidFill>
          <a:effectLst/>
          <a:uFillTx/>
          <a:latin typeface="Arial" panose="020B0604020202020204" pitchFamily="34" charset="0"/>
          <a:ea typeface="+mn-ea"/>
          <a:cs typeface="Arial" panose="020B0604020202020204" pitchFamily="34" charset="0"/>
          <a:sym typeface="Helvetica Ligh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c.europa.eu/transparency/documents-register/detail?ref=C(2023)7020&amp;lang=en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8B8A4C39-2209-48B6-94A5-760AD23646A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81047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8B8A4C39-2209-48B6-94A5-760AD23646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0A700132-C038-4B0D-A2CC-A885E98081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it-IT" sz="5400" b="1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5E27626D-9C5C-9240-2C5E-3BFA17ABA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ea typeface="黑体"/>
              </a:rPr>
              <a:t>CSRD Compliance Pathway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6702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169FC-E647-E26A-3072-408C3CBDC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4978F177-A2A6-5F43-0A7D-168FF77208D0}"/>
              </a:ext>
            </a:extLst>
          </p:cNvPr>
          <p:cNvSpPr txBox="1">
            <a:spLocks/>
          </p:cNvSpPr>
          <p:nvPr/>
        </p:nvSpPr>
        <p:spPr>
          <a:xfrm>
            <a:off x="241540" y="97706"/>
            <a:ext cx="8518412" cy="695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b="1">
                <a:solidFill>
                  <a:srgbClr val="21B8C6"/>
                </a:solidFill>
              </a:rPr>
              <a:t>The timing of CSRD implementation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9E87A3A4-1A7B-8B7E-16E6-E40F7487B4D9}"/>
              </a:ext>
            </a:extLst>
          </p:cNvPr>
          <p:cNvCxnSpPr>
            <a:cxnSpLocks/>
          </p:cNvCxnSpPr>
          <p:nvPr/>
        </p:nvCxnSpPr>
        <p:spPr>
          <a:xfrm>
            <a:off x="170328" y="782731"/>
            <a:ext cx="2133600" cy="3992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0D3EFF1-F98D-7992-78E3-196E973A5550}"/>
              </a:ext>
            </a:extLst>
          </p:cNvPr>
          <p:cNvSpPr txBox="1"/>
          <p:nvPr/>
        </p:nvSpPr>
        <p:spPr>
          <a:xfrm>
            <a:off x="170328" y="2333128"/>
            <a:ext cx="11712035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algn="l"/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ED923B5-61DF-14A6-EBE0-2C88CBC8C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149-7DE5-45BF-BC84-73B9E7ABF444}" type="slidenum">
              <a:rPr lang="it-IT" smtClean="0"/>
              <a:t>2</a:t>
            </a:fld>
            <a:endParaRPr lang="it-IT"/>
          </a:p>
        </p:txBody>
      </p:sp>
      <p:graphicFrame>
        <p:nvGraphicFramePr>
          <p:cNvPr id="2" name="Tabella 3">
            <a:extLst>
              <a:ext uri="{FF2B5EF4-FFF2-40B4-BE49-F238E27FC236}">
                <a16:creationId xmlns:a16="http://schemas.microsoft.com/office/drawing/2014/main" id="{8357F9B7-EC80-549F-DB7A-664AAFC95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278513"/>
              </p:ext>
            </p:extLst>
          </p:nvPr>
        </p:nvGraphicFramePr>
        <p:xfrm>
          <a:off x="447674" y="1038959"/>
          <a:ext cx="11531616" cy="30349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2904">
                  <a:extLst>
                    <a:ext uri="{9D8B030D-6E8A-4147-A177-3AD203B41FA5}">
                      <a16:colId xmlns:a16="http://schemas.microsoft.com/office/drawing/2014/main" val="2760547788"/>
                    </a:ext>
                  </a:extLst>
                </a:gridCol>
                <a:gridCol w="2882904">
                  <a:extLst>
                    <a:ext uri="{9D8B030D-6E8A-4147-A177-3AD203B41FA5}">
                      <a16:colId xmlns:a16="http://schemas.microsoft.com/office/drawing/2014/main" val="2490129443"/>
                    </a:ext>
                  </a:extLst>
                </a:gridCol>
                <a:gridCol w="2882904">
                  <a:extLst>
                    <a:ext uri="{9D8B030D-6E8A-4147-A177-3AD203B41FA5}">
                      <a16:colId xmlns:a16="http://schemas.microsoft.com/office/drawing/2014/main" val="2241956236"/>
                    </a:ext>
                  </a:extLst>
                </a:gridCol>
                <a:gridCol w="2882904">
                  <a:extLst>
                    <a:ext uri="{9D8B030D-6E8A-4147-A177-3AD203B41FA5}">
                      <a16:colId xmlns:a16="http://schemas.microsoft.com/office/drawing/2014/main" val="3340397334"/>
                    </a:ext>
                  </a:extLst>
                </a:gridCol>
              </a:tblGrid>
              <a:tr h="374166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it-IT" sz="1500" b="1">
                          <a:solidFill>
                            <a:schemeClr val="bg1"/>
                          </a:solidFill>
                        </a:rPr>
                        <a:t>From 1</a:t>
                      </a:r>
                      <a:r>
                        <a:rPr lang="it-IT" sz="1500" b="1" baseline="30000">
                          <a:solidFill>
                            <a:schemeClr val="bg1"/>
                          </a:solidFill>
                        </a:rPr>
                        <a:t>st</a:t>
                      </a:r>
                      <a:r>
                        <a:rPr lang="it-IT" sz="1500" b="1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it-IT" sz="1500" b="1" err="1">
                          <a:solidFill>
                            <a:schemeClr val="bg1"/>
                          </a:solidFill>
                        </a:rPr>
                        <a:t>January</a:t>
                      </a:r>
                      <a:r>
                        <a:rPr lang="it-IT" sz="1500" b="1">
                          <a:solidFill>
                            <a:schemeClr val="bg1"/>
                          </a:solidFill>
                        </a:rPr>
                        <a:t> 2024 </a:t>
                      </a:r>
                    </a:p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it-IT" sz="1200" b="1">
                          <a:solidFill>
                            <a:schemeClr val="bg1"/>
                          </a:solidFill>
                        </a:rPr>
                        <a:t>(disclosure </a:t>
                      </a:r>
                      <a:r>
                        <a:rPr lang="it-IT" sz="1200" b="1" err="1">
                          <a:solidFill>
                            <a:schemeClr val="bg1"/>
                          </a:solidFill>
                        </a:rPr>
                        <a:t>published</a:t>
                      </a:r>
                      <a:r>
                        <a:rPr lang="it-IT" sz="1200" b="1">
                          <a:solidFill>
                            <a:schemeClr val="bg1"/>
                          </a:solidFill>
                        </a:rPr>
                        <a:t> in 2025)</a:t>
                      </a:r>
                    </a:p>
                  </a:txBody>
                  <a:tcPr marL="45720" marR="45720" marT="22860" marB="22860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it-IT" sz="1500" b="1">
                          <a:solidFill>
                            <a:schemeClr val="bg1"/>
                          </a:solidFill>
                        </a:rPr>
                        <a:t>From 1</a:t>
                      </a:r>
                      <a:r>
                        <a:rPr lang="it-IT" sz="1500" b="1" baseline="30000">
                          <a:solidFill>
                            <a:schemeClr val="bg1"/>
                          </a:solidFill>
                        </a:rPr>
                        <a:t>st</a:t>
                      </a:r>
                      <a:r>
                        <a:rPr lang="it-IT" sz="1500" b="1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it-IT" sz="1500" b="1" err="1">
                          <a:solidFill>
                            <a:schemeClr val="bg1"/>
                          </a:solidFill>
                        </a:rPr>
                        <a:t>January</a:t>
                      </a:r>
                      <a:r>
                        <a:rPr lang="it-IT" sz="1500" b="1">
                          <a:solidFill>
                            <a:schemeClr val="bg1"/>
                          </a:solidFill>
                        </a:rPr>
                        <a:t> 2025 </a:t>
                      </a:r>
                    </a:p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it-IT" sz="1200" b="1">
                          <a:solidFill>
                            <a:schemeClr val="bg1"/>
                          </a:solidFill>
                        </a:rPr>
                        <a:t>(disclosure </a:t>
                      </a:r>
                      <a:r>
                        <a:rPr lang="it-IT" sz="1200" b="1" err="1">
                          <a:solidFill>
                            <a:schemeClr val="bg1"/>
                          </a:solidFill>
                        </a:rPr>
                        <a:t>published</a:t>
                      </a:r>
                      <a:r>
                        <a:rPr lang="it-IT" sz="1200" b="1">
                          <a:solidFill>
                            <a:schemeClr val="bg1"/>
                          </a:solidFill>
                        </a:rPr>
                        <a:t> in 2026)</a:t>
                      </a:r>
                    </a:p>
                  </a:txBody>
                  <a:tcPr marL="45720" marR="45720" marT="22860" marB="22860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it-IT" sz="1500" b="1">
                          <a:solidFill>
                            <a:schemeClr val="bg1"/>
                          </a:solidFill>
                        </a:rPr>
                        <a:t>From 1</a:t>
                      </a:r>
                      <a:r>
                        <a:rPr lang="it-IT" sz="1500" b="1" baseline="30000">
                          <a:solidFill>
                            <a:schemeClr val="bg1"/>
                          </a:solidFill>
                        </a:rPr>
                        <a:t>st</a:t>
                      </a:r>
                      <a:r>
                        <a:rPr lang="it-IT" sz="1500" b="1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it-IT" sz="1500" b="1" err="1">
                          <a:solidFill>
                            <a:schemeClr val="bg1"/>
                          </a:solidFill>
                        </a:rPr>
                        <a:t>January</a:t>
                      </a:r>
                      <a:r>
                        <a:rPr lang="it-IT" sz="1500" b="1">
                          <a:solidFill>
                            <a:schemeClr val="bg1"/>
                          </a:solidFill>
                        </a:rPr>
                        <a:t> 2026 </a:t>
                      </a:r>
                    </a:p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it-IT" sz="1200" b="1">
                          <a:solidFill>
                            <a:schemeClr val="bg1"/>
                          </a:solidFill>
                        </a:rPr>
                        <a:t>(disclosure </a:t>
                      </a:r>
                      <a:r>
                        <a:rPr lang="it-IT" sz="1200" b="1" err="1">
                          <a:solidFill>
                            <a:schemeClr val="bg1"/>
                          </a:solidFill>
                        </a:rPr>
                        <a:t>published</a:t>
                      </a:r>
                      <a:r>
                        <a:rPr lang="it-IT" sz="1200" b="1">
                          <a:solidFill>
                            <a:schemeClr val="bg1"/>
                          </a:solidFill>
                        </a:rPr>
                        <a:t> in 2027)</a:t>
                      </a:r>
                    </a:p>
                  </a:txBody>
                  <a:tcPr marL="45720" marR="45720" marT="22860" marB="22860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it-IT" sz="1500" b="1">
                          <a:solidFill>
                            <a:schemeClr val="bg1"/>
                          </a:solidFill>
                        </a:rPr>
                        <a:t>From 1</a:t>
                      </a:r>
                      <a:r>
                        <a:rPr lang="it-IT" sz="1500" b="1" baseline="30000">
                          <a:solidFill>
                            <a:schemeClr val="bg1"/>
                          </a:solidFill>
                        </a:rPr>
                        <a:t>st</a:t>
                      </a:r>
                      <a:r>
                        <a:rPr lang="it-IT" sz="1500" b="1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it-IT" sz="1500" b="1" err="1">
                          <a:solidFill>
                            <a:schemeClr val="bg1"/>
                          </a:solidFill>
                        </a:rPr>
                        <a:t>January</a:t>
                      </a:r>
                      <a:r>
                        <a:rPr lang="it-IT" sz="1500" b="1">
                          <a:solidFill>
                            <a:schemeClr val="bg1"/>
                          </a:solidFill>
                        </a:rPr>
                        <a:t> 2028 </a:t>
                      </a:r>
                    </a:p>
                    <a:p>
                      <a:pPr marL="0" marR="0" lvl="0" indent="0" algn="ctr" defTabSz="1828800" rtl="0" eaLnBrk="1" fontAlgn="auto" latinLnBrk="0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b="1">
                          <a:solidFill>
                            <a:schemeClr val="bg1"/>
                          </a:solidFill>
                        </a:rPr>
                        <a:t>(disclosure </a:t>
                      </a:r>
                      <a:r>
                        <a:rPr lang="it-IT" sz="1200" b="1" err="1">
                          <a:solidFill>
                            <a:schemeClr val="bg1"/>
                          </a:solidFill>
                        </a:rPr>
                        <a:t>published</a:t>
                      </a:r>
                      <a:r>
                        <a:rPr lang="it-IT" sz="1200" b="1">
                          <a:solidFill>
                            <a:schemeClr val="bg1"/>
                          </a:solidFill>
                        </a:rPr>
                        <a:t> in 2029</a:t>
                      </a:r>
                      <a:r>
                        <a:rPr kumimoji="0" lang="it-IT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marT="22860" marB="22860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557990"/>
                  </a:ext>
                </a:extLst>
              </a:tr>
              <a:tr h="1211617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Large public interest enterprises </a:t>
                      </a:r>
                      <a:r>
                        <a:rPr lang="en-US" sz="1200"/>
                        <a:t>with more than </a:t>
                      </a:r>
                      <a:r>
                        <a:rPr lang="en-US" sz="1200" b="1"/>
                        <a:t>500 employees</a:t>
                      </a:r>
                      <a:endParaRPr lang="en-US" sz="1200"/>
                    </a:p>
                    <a:p>
                      <a:pPr algn="ctr"/>
                      <a:r>
                        <a:rPr lang="en-US" sz="1200"/>
                        <a:t>(already subject to NFRD)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Large enterprises </a:t>
                      </a:r>
                      <a:r>
                        <a:rPr lang="en-US" sz="1200"/>
                        <a:t>(not subject to NFRD), regardless of whether they are listed or unlisted, with:</a:t>
                      </a:r>
                    </a:p>
                    <a:p>
                      <a:pPr algn="ctr"/>
                      <a:r>
                        <a:rPr lang="en-US" sz="1200" b="1"/>
                        <a:t>a.</a:t>
                      </a:r>
                      <a:r>
                        <a:rPr lang="en-US" sz="1200"/>
                        <a:t> </a:t>
                      </a:r>
                      <a:r>
                        <a:rPr lang="en-US" sz="1200" b="1"/>
                        <a:t>More than 250 employees </a:t>
                      </a:r>
                      <a:r>
                        <a:rPr lang="en-US" sz="1200"/>
                        <a:t>and/or</a:t>
                      </a:r>
                    </a:p>
                    <a:p>
                      <a:pPr algn="ctr"/>
                      <a:r>
                        <a:rPr lang="en-US" sz="1200" b="1"/>
                        <a:t>b.</a:t>
                      </a:r>
                      <a:r>
                        <a:rPr lang="en-US" sz="1200"/>
                        <a:t> </a:t>
                      </a:r>
                      <a:r>
                        <a:rPr lang="en-US" sz="1200" b="1"/>
                        <a:t>Net revenues exceeding € 40 million </a:t>
                      </a:r>
                      <a:r>
                        <a:rPr lang="en-US" sz="1200"/>
                        <a:t>and/or</a:t>
                      </a:r>
                    </a:p>
                    <a:p>
                      <a:pPr algn="ctr"/>
                      <a:r>
                        <a:rPr lang="en-US" sz="1200" b="1"/>
                        <a:t>c.</a:t>
                      </a:r>
                      <a:r>
                        <a:rPr lang="en-US" sz="1200"/>
                        <a:t> </a:t>
                      </a:r>
                      <a:r>
                        <a:rPr lang="en-US" sz="1200" b="1"/>
                        <a:t>Assets exceeding € 20 million</a:t>
                      </a:r>
                      <a:endParaRPr lang="en-US" sz="1200"/>
                    </a:p>
                  </a:txBody>
                  <a:tcPr marL="45720" marR="45720" marT="22860" marB="2286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SMEs listed on a stock exchange </a:t>
                      </a:r>
                      <a:r>
                        <a:rPr lang="en-US" sz="1200"/>
                        <a:t>and subject to the </a:t>
                      </a:r>
                      <a:r>
                        <a:rPr lang="en-US" sz="1200" b="1"/>
                        <a:t>law of a member state</a:t>
                      </a:r>
                      <a:r>
                        <a:rPr lang="en-US" sz="1200"/>
                        <a:t> (they can still choose not to prepare a sustainability report until 2028)</a:t>
                      </a:r>
                      <a:br>
                        <a:rPr lang="en-US" sz="1200"/>
                      </a:br>
                      <a:endParaRPr lang="en-US" sz="1200"/>
                    </a:p>
                    <a:p>
                      <a:pPr algn="ctr"/>
                      <a:r>
                        <a:rPr lang="en-US" sz="1200" b="1"/>
                        <a:t>Microenterprises </a:t>
                      </a:r>
                      <a:r>
                        <a:rPr lang="en-US" sz="1200"/>
                        <a:t>are </a:t>
                      </a:r>
                      <a:r>
                        <a:rPr lang="en-US" sz="1200" b="1"/>
                        <a:t>excluded from the scope of application</a:t>
                      </a:r>
                      <a:endParaRPr lang="en-US" sz="1200"/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Third-country firms </a:t>
                      </a:r>
                      <a:r>
                        <a:rPr lang="en-US" sz="1200"/>
                        <a:t>with </a:t>
                      </a:r>
                      <a:r>
                        <a:rPr lang="en-US" sz="1200" b="1"/>
                        <a:t>net revenues</a:t>
                      </a:r>
                      <a:r>
                        <a:rPr lang="en-US" sz="1200"/>
                        <a:t> </a:t>
                      </a:r>
                      <a:r>
                        <a:rPr lang="en-US" sz="1200" b="1"/>
                        <a:t>exceeding 150 million euros in the EU </a:t>
                      </a:r>
                      <a:r>
                        <a:rPr lang="en-US" sz="1200"/>
                        <a:t>that have a subsidiary or branch in the EU territory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186262821"/>
                  </a:ext>
                </a:extLst>
              </a:tr>
              <a:tr h="1211617"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>
                          <a:solidFill>
                            <a:srgbClr val="272933"/>
                          </a:solidFill>
                        </a:rPr>
                        <a:t>Not </a:t>
                      </a:r>
                      <a:r>
                        <a:rPr lang="it-IT" sz="1200" err="1">
                          <a:solidFill>
                            <a:srgbClr val="272933"/>
                          </a:solidFill>
                        </a:rPr>
                        <a:t>modified</a:t>
                      </a:r>
                      <a:r>
                        <a:rPr lang="it-IT" sz="1200">
                          <a:solidFill>
                            <a:srgbClr val="272933"/>
                          </a:solidFill>
                        </a:rPr>
                        <a:t> by DD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a. More than 250 employees and/or</a:t>
                      </a:r>
                    </a:p>
                    <a:p>
                      <a:pPr algn="ctr"/>
                      <a:r>
                        <a:rPr lang="en-US" sz="1200" b="1"/>
                        <a:t>b.</a:t>
                      </a:r>
                      <a:r>
                        <a:rPr lang="en-US" sz="1200"/>
                        <a:t> </a:t>
                      </a:r>
                      <a:r>
                        <a:rPr lang="en-US" sz="1200" b="1"/>
                        <a:t>Net revenues of more than € 50 million </a:t>
                      </a:r>
                      <a:r>
                        <a:rPr lang="en-US" sz="1200"/>
                        <a:t>and/or</a:t>
                      </a:r>
                    </a:p>
                    <a:p>
                      <a:pPr algn="ctr"/>
                      <a:r>
                        <a:rPr lang="en-US" sz="1200" b="1"/>
                        <a:t>c.</a:t>
                      </a:r>
                      <a:r>
                        <a:rPr lang="en-US" sz="1200"/>
                        <a:t> </a:t>
                      </a:r>
                      <a:r>
                        <a:rPr lang="en-US" sz="1200" b="1"/>
                        <a:t>Assets greater than € 25 million</a:t>
                      </a:r>
                      <a:endParaRPr lang="en-US" sz="1200"/>
                    </a:p>
                  </a:txBody>
                  <a:tcPr marL="45720" marR="45720" marT="22860" marB="2286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Listed SMEs:</a:t>
                      </a:r>
                    </a:p>
                    <a:p>
                      <a:pPr algn="ctr"/>
                      <a:r>
                        <a:rPr lang="en-US" sz="1200" b="1"/>
                        <a:t>b.</a:t>
                      </a:r>
                      <a:r>
                        <a:rPr lang="en-US" sz="1200"/>
                        <a:t> </a:t>
                      </a:r>
                      <a:r>
                        <a:rPr lang="en-US" sz="1200" b="1"/>
                        <a:t>Net revenues between €10 and 15 million</a:t>
                      </a:r>
                      <a:endParaRPr lang="en-US" sz="1200"/>
                    </a:p>
                    <a:p>
                      <a:pPr algn="ctr"/>
                      <a:r>
                        <a:rPr lang="en-US" sz="1200" b="1"/>
                        <a:t>c.</a:t>
                      </a:r>
                      <a:r>
                        <a:rPr lang="en-US" sz="1200"/>
                        <a:t> </a:t>
                      </a:r>
                      <a:r>
                        <a:rPr lang="en-US" sz="1200" b="1"/>
                        <a:t>Assets between €5 and 7.5 million</a:t>
                      </a:r>
                      <a:endParaRPr lang="en-US" sz="1200"/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>
                          <a:solidFill>
                            <a:srgbClr val="272933"/>
                          </a:solidFill>
                        </a:rPr>
                        <a:t>Not </a:t>
                      </a:r>
                      <a:r>
                        <a:rPr lang="it-IT" sz="1200" err="1">
                          <a:solidFill>
                            <a:srgbClr val="272933"/>
                          </a:solidFill>
                        </a:rPr>
                        <a:t>modified</a:t>
                      </a:r>
                      <a:r>
                        <a:rPr lang="it-IT" sz="1200">
                          <a:solidFill>
                            <a:srgbClr val="272933"/>
                          </a:solidFill>
                        </a:rPr>
                        <a:t> by DD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982867924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D3B9C150-0AF0-457D-9DCF-F86657AD64B3}"/>
              </a:ext>
            </a:extLst>
          </p:cNvPr>
          <p:cNvSpPr txBox="1"/>
          <p:nvPr/>
        </p:nvSpPr>
        <p:spPr>
          <a:xfrm rot="16200000">
            <a:off x="-634478" y="2052099"/>
            <a:ext cx="1749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>
                <a:ln>
                  <a:noFill/>
                </a:ln>
                <a:solidFill>
                  <a:srgbClr val="044559"/>
                </a:solidFill>
                <a:effectLst/>
                <a:uLnTx/>
                <a:uFillTx/>
                <a:ea typeface="+mn-ea"/>
                <a:cs typeface="+mn-cs"/>
              </a:rPr>
              <a:t>CSRD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>
                <a:ln>
                  <a:noFill/>
                </a:ln>
                <a:solidFill>
                  <a:srgbClr val="044559"/>
                </a:solidFill>
                <a:effectLst/>
                <a:uLnTx/>
                <a:uFillTx/>
                <a:ea typeface="+mn-ea"/>
                <a:cs typeface="+mn-cs"/>
              </a:rPr>
              <a:t>THRESHOLDS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30BB900-5013-DE9C-A220-A2B75CEC4CEA}"/>
              </a:ext>
            </a:extLst>
          </p:cNvPr>
          <p:cNvSpPr txBox="1"/>
          <p:nvPr/>
        </p:nvSpPr>
        <p:spPr>
          <a:xfrm rot="16200000">
            <a:off x="-643810" y="3420225"/>
            <a:ext cx="1749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>
                <a:ln>
                  <a:noFill/>
                </a:ln>
                <a:solidFill>
                  <a:srgbClr val="FF8C00"/>
                </a:solidFill>
                <a:effectLst/>
                <a:uLnTx/>
                <a:uFillTx/>
                <a:ea typeface="+mn-ea"/>
                <a:cs typeface="+mn-cs"/>
              </a:rPr>
              <a:t>UPDATE*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>
                <a:ln>
                  <a:noFill/>
                </a:ln>
                <a:solidFill>
                  <a:srgbClr val="FF8C00"/>
                </a:solidFill>
                <a:effectLst/>
                <a:uLnTx/>
                <a:uFillTx/>
                <a:ea typeface="+mn-ea"/>
                <a:cs typeface="+mn-cs"/>
              </a:rPr>
              <a:t>2023 OCTOBER</a:t>
            </a:r>
          </a:p>
        </p:txBody>
      </p:sp>
      <p:sp>
        <p:nvSpPr>
          <p:cNvPr id="10" name="Freccia a pentagono 9">
            <a:extLst>
              <a:ext uri="{FF2B5EF4-FFF2-40B4-BE49-F238E27FC236}">
                <a16:creationId xmlns:a16="http://schemas.microsoft.com/office/drawing/2014/main" id="{38DA6C3C-2FF1-3C8F-4D43-10A67A8F35D1}"/>
              </a:ext>
            </a:extLst>
          </p:cNvPr>
          <p:cNvSpPr/>
          <p:nvPr/>
        </p:nvSpPr>
        <p:spPr>
          <a:xfrm rot="16200000">
            <a:off x="4616727" y="4231419"/>
            <a:ext cx="198782" cy="467139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8DF1BEAC-6DA7-EB7D-310D-5A0D78911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535" y="4327434"/>
            <a:ext cx="840358" cy="3137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921B49E-4A9C-D85E-E392-D508E51F1292}"/>
              </a:ext>
            </a:extLst>
          </p:cNvPr>
          <p:cNvSpPr txBox="1"/>
          <p:nvPr/>
        </p:nvSpPr>
        <p:spPr>
          <a:xfrm>
            <a:off x="5025933" y="4353481"/>
            <a:ext cx="11945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err="1"/>
              <a:t>Requirement</a:t>
            </a:r>
            <a:r>
              <a:rPr lang="it-IT" sz="1100"/>
              <a:t> for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D499D89C-3BD6-C85C-7371-957328B0873A}"/>
              </a:ext>
            </a:extLst>
          </p:cNvPr>
          <p:cNvSpPr/>
          <p:nvPr/>
        </p:nvSpPr>
        <p:spPr>
          <a:xfrm>
            <a:off x="556975" y="4886405"/>
            <a:ext cx="11405713" cy="1245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400">
                <a:solidFill>
                  <a:schemeClr val="tx1"/>
                </a:solidFill>
              </a:rPr>
              <a:t>On Oct. 17, 2023, the EU Commission published a </a:t>
            </a:r>
            <a:r>
              <a:rPr lang="en-US" sz="1400" b="1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Delegated Directive published </a:t>
            </a:r>
            <a:r>
              <a:rPr lang="en-US" sz="1400">
                <a:solidFill>
                  <a:schemeClr val="tx1"/>
                </a:solidFill>
              </a:rPr>
              <a:t>in the Official Journal last Dec. 21-amending the sustainability reporting regulations that </a:t>
            </a:r>
            <a:r>
              <a:rPr lang="en-US" sz="1400" b="1">
                <a:solidFill>
                  <a:schemeClr val="tx1"/>
                </a:solidFill>
              </a:rPr>
              <a:t>changes the balance sheet and revenue thresholds for identifying SMEs subject to CSRD</a:t>
            </a:r>
            <a:r>
              <a:rPr lang="en-US" sz="1400">
                <a:solidFill>
                  <a:schemeClr val="tx1"/>
                </a:solidFill>
              </a:rPr>
              <a:t>.</a:t>
            </a:r>
          </a:p>
          <a:p>
            <a:r>
              <a:rPr lang="en-US" sz="1400">
                <a:solidFill>
                  <a:schemeClr val="tx1"/>
                </a:solidFill>
              </a:rPr>
              <a:t>“</a:t>
            </a:r>
            <a:r>
              <a:rPr lang="en-US" sz="1400" i="1">
                <a:solidFill>
                  <a:schemeClr val="tx1"/>
                </a:solidFill>
              </a:rPr>
              <a:t>In view of the </a:t>
            </a:r>
            <a:r>
              <a:rPr lang="en-US" sz="1400" b="1" i="1">
                <a:solidFill>
                  <a:schemeClr val="tx1"/>
                </a:solidFill>
              </a:rPr>
              <a:t>significant inflation trends </a:t>
            </a:r>
            <a:r>
              <a:rPr lang="en-US" sz="1400" i="1">
                <a:solidFill>
                  <a:schemeClr val="tx1"/>
                </a:solidFill>
              </a:rPr>
              <a:t>recorded in 2021 and 2022, it was decided to </a:t>
            </a:r>
            <a:r>
              <a:rPr lang="en-US" sz="1400" b="1" i="1">
                <a:solidFill>
                  <a:schemeClr val="tx1"/>
                </a:solidFill>
              </a:rPr>
              <a:t>revise the monetary size criteria</a:t>
            </a:r>
            <a:r>
              <a:rPr lang="en-US" sz="1400" i="1">
                <a:solidFill>
                  <a:schemeClr val="tx1"/>
                </a:solidFill>
              </a:rPr>
              <a:t> for determining the size category of an enterprise to take into account the consequences of inflation"</a:t>
            </a:r>
            <a:r>
              <a:rPr lang="en-US" sz="1400">
                <a:solidFill>
                  <a:schemeClr val="tx1"/>
                </a:solidFill>
              </a:rPr>
              <a:t>.</a:t>
            </a:r>
          </a:p>
          <a:p>
            <a:r>
              <a:rPr lang="en-US" sz="1400">
                <a:solidFill>
                  <a:schemeClr val="tx1"/>
                </a:solidFill>
              </a:rPr>
              <a:t>The act would directly result in </a:t>
            </a:r>
            <a:r>
              <a:rPr lang="en-US" sz="1400" b="1">
                <a:solidFill>
                  <a:schemeClr val="tx1"/>
                </a:solidFill>
              </a:rPr>
              <a:t>reducing the number of enterprises </a:t>
            </a:r>
            <a:r>
              <a:rPr lang="en-US" sz="1400">
                <a:solidFill>
                  <a:schemeClr val="tx1"/>
                </a:solidFill>
              </a:rPr>
              <a:t>that will be subject to CSRD and taxonomy </a:t>
            </a:r>
            <a:r>
              <a:rPr lang="en-US" sz="1400" b="1">
                <a:solidFill>
                  <a:schemeClr val="tx1"/>
                </a:solidFill>
              </a:rPr>
              <a:t>by about 6 percent</a:t>
            </a:r>
            <a:r>
              <a:rPr lang="en-US" sz="14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D50A3D6B-8EE0-B688-494F-BD74CBB86688}"/>
              </a:ext>
            </a:extLst>
          </p:cNvPr>
          <p:cNvSpPr/>
          <p:nvPr/>
        </p:nvSpPr>
        <p:spPr>
          <a:xfrm>
            <a:off x="633113" y="4762490"/>
            <a:ext cx="4558011" cy="240424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Change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to </a:t>
            </a:r>
            <a:r>
              <a:rPr kumimoji="0" lang="it-IT" sz="1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dimensional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it-IT" sz="1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parameters</a:t>
            </a:r>
            <a:endParaRPr kumimoji="0" lang="it-IT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5" name="Elemento grafico 14" descr="Clessidra 90% con riempimento a tinta unita">
            <a:extLst>
              <a:ext uri="{FF2B5EF4-FFF2-40B4-BE49-F238E27FC236}">
                <a16:creationId xmlns:a16="http://schemas.microsoft.com/office/drawing/2014/main" id="{C4408622-EE10-4DEB-7BF1-BF3CD8020A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811" y="5081244"/>
            <a:ext cx="466164" cy="46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641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A17CA-93B9-F143-3AD0-5F9E337DD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A378C074-EA87-56BF-E596-FA194320DE72}"/>
              </a:ext>
            </a:extLst>
          </p:cNvPr>
          <p:cNvSpPr txBox="1">
            <a:spLocks/>
          </p:cNvSpPr>
          <p:nvPr/>
        </p:nvSpPr>
        <p:spPr>
          <a:xfrm>
            <a:off x="241540" y="97706"/>
            <a:ext cx="8518412" cy="695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b="1">
                <a:solidFill>
                  <a:srgbClr val="21B8C6"/>
                </a:solidFill>
              </a:rPr>
              <a:t>Double Materiality Assessment (1/3)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FF63D435-2DDF-19E3-2E2E-9D69238936E4}"/>
              </a:ext>
            </a:extLst>
          </p:cNvPr>
          <p:cNvCxnSpPr>
            <a:cxnSpLocks/>
          </p:cNvCxnSpPr>
          <p:nvPr/>
        </p:nvCxnSpPr>
        <p:spPr>
          <a:xfrm>
            <a:off x="170328" y="782731"/>
            <a:ext cx="2133600" cy="3992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9F3BE2C-DB69-3212-2DDC-7F1037906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149-7DE5-45BF-BC84-73B9E7ABF444}" type="slidenum">
              <a:rPr lang="it-IT" smtClean="0"/>
              <a:t>3</a:t>
            </a:fld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F3F51C4A-12FB-8780-E963-60BE2D648B3A}"/>
              </a:ext>
            </a:extLst>
          </p:cNvPr>
          <p:cNvSpPr/>
          <p:nvPr/>
        </p:nvSpPr>
        <p:spPr>
          <a:xfrm>
            <a:off x="0" y="1348211"/>
            <a:ext cx="12192000" cy="447268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AAF2BDA1-19C9-3216-ABF8-788C2403767D}"/>
              </a:ext>
            </a:extLst>
          </p:cNvPr>
          <p:cNvSpPr/>
          <p:nvPr/>
        </p:nvSpPr>
        <p:spPr>
          <a:xfrm>
            <a:off x="6702100" y="1936576"/>
            <a:ext cx="3831715" cy="36019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>
                <a:solidFill>
                  <a:schemeClr val="tx1"/>
                </a:solidFill>
              </a:rPr>
              <a:t>"A sustainability issue is </a:t>
            </a:r>
            <a:r>
              <a:rPr lang="en-US" sz="1400" b="1" i="1">
                <a:solidFill>
                  <a:schemeClr val="tx1"/>
                </a:solidFill>
              </a:rPr>
              <a:t>financially </a:t>
            </a:r>
            <a:r>
              <a:rPr lang="en-US" sz="1400" i="1">
                <a:solidFill>
                  <a:schemeClr val="tx1"/>
                </a:solidFill>
              </a:rPr>
              <a:t>relevant if it </a:t>
            </a:r>
            <a:r>
              <a:rPr lang="en-US" sz="1400" b="1" i="1">
                <a:solidFill>
                  <a:schemeClr val="tx1"/>
                </a:solidFill>
              </a:rPr>
              <a:t>causes or is likely to cause material financial effects on the enterprise</a:t>
            </a:r>
            <a:r>
              <a:rPr lang="en-US" sz="1400" i="1">
                <a:solidFill>
                  <a:schemeClr val="tx1"/>
                </a:solidFill>
              </a:rPr>
              <a:t>.</a:t>
            </a:r>
            <a:r>
              <a:rPr lang="en-US" sz="1400">
                <a:solidFill>
                  <a:schemeClr val="tx1"/>
                </a:solidFill>
              </a:rPr>
              <a:t> </a:t>
            </a:r>
            <a:r>
              <a:rPr lang="en-US" sz="1400" i="1">
                <a:solidFill>
                  <a:schemeClr val="tx1"/>
                </a:solidFill>
              </a:rPr>
              <a:t>This is the case when it generates or may generate risks or opportunities that have a material influence (or are likely to have a material influence) on the enterprise's cash flows, development, performance, financial position, cost of capital, or access to finance in the short, medium, and long term."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D0A4648F-C601-660A-75E9-10979E127AB2}"/>
              </a:ext>
            </a:extLst>
          </p:cNvPr>
          <p:cNvSpPr/>
          <p:nvPr/>
        </p:nvSpPr>
        <p:spPr>
          <a:xfrm>
            <a:off x="1697149" y="1936576"/>
            <a:ext cx="3831715" cy="360191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>
                <a:solidFill>
                  <a:schemeClr val="tx1"/>
                </a:solidFill>
                <a:latin typeface="+mj-lt"/>
              </a:rPr>
              <a:t>"A sustainability issue is relevant from the standpoint of '</a:t>
            </a:r>
            <a:r>
              <a:rPr lang="en-US" sz="1400" b="1" i="1">
                <a:solidFill>
                  <a:schemeClr val="tx1"/>
                </a:solidFill>
                <a:latin typeface="+mj-lt"/>
              </a:rPr>
              <a:t>impact</a:t>
            </a:r>
            <a:r>
              <a:rPr lang="en-US" sz="1400" i="1">
                <a:solidFill>
                  <a:schemeClr val="tx1"/>
                </a:solidFill>
                <a:latin typeface="+mj-lt"/>
              </a:rPr>
              <a:t> when it concerns the </a:t>
            </a:r>
            <a:r>
              <a:rPr lang="en-US" sz="1400" b="1" i="1">
                <a:solidFill>
                  <a:schemeClr val="tx1"/>
                </a:solidFill>
                <a:latin typeface="+mj-lt"/>
              </a:rPr>
              <a:t>current or potential, positive or negative effects of the enterprise on people or the environment in the short, medium and long term</a:t>
            </a:r>
            <a:r>
              <a:rPr lang="en-US" sz="1400" i="1">
                <a:solidFill>
                  <a:schemeClr val="tx1"/>
                </a:solidFill>
                <a:latin typeface="+mj-lt"/>
              </a:rPr>
              <a:t>.</a:t>
            </a:r>
            <a:r>
              <a:rPr lang="en-US" sz="1400">
                <a:solidFill>
                  <a:schemeClr val="tx1"/>
                </a:solidFill>
                <a:latin typeface="+mj-lt"/>
              </a:rPr>
              <a:t> </a:t>
            </a:r>
            <a:r>
              <a:rPr lang="en-US" sz="1400" i="1">
                <a:solidFill>
                  <a:schemeClr val="tx1"/>
                </a:solidFill>
                <a:latin typeface="+mj-lt"/>
              </a:rPr>
              <a:t>Impacts include those caused or contributed to by the enterprise and those directly related to its operations, products or services through the enterprise's business relationships."</a:t>
            </a:r>
            <a:endParaRPr lang="en-US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" name="Freeform 213">
            <a:extLst>
              <a:ext uri="{FF2B5EF4-FFF2-40B4-BE49-F238E27FC236}">
                <a16:creationId xmlns:a16="http://schemas.microsoft.com/office/drawing/2014/main" id="{9B622614-86CC-EAB2-4804-1F8BCAFC6645}"/>
              </a:ext>
            </a:extLst>
          </p:cNvPr>
          <p:cNvSpPr>
            <a:spLocks noEditPoints="1"/>
          </p:cNvSpPr>
          <p:nvPr/>
        </p:nvSpPr>
        <p:spPr bwMode="auto">
          <a:xfrm>
            <a:off x="8731071" y="2090999"/>
            <a:ext cx="401416" cy="427726"/>
          </a:xfrm>
          <a:custGeom>
            <a:avLst/>
            <a:gdLst>
              <a:gd name="T0" fmla="*/ 212 w 220"/>
              <a:gd name="T1" fmla="*/ 136 h 230"/>
              <a:gd name="T2" fmla="*/ 201 w 220"/>
              <a:gd name="T3" fmla="*/ 0 h 230"/>
              <a:gd name="T4" fmla="*/ 182 w 220"/>
              <a:gd name="T5" fmla="*/ 0 h 230"/>
              <a:gd name="T6" fmla="*/ 172 w 220"/>
              <a:gd name="T7" fmla="*/ 136 h 230"/>
              <a:gd name="T8" fmla="*/ 161 w 220"/>
              <a:gd name="T9" fmla="*/ 136 h 230"/>
              <a:gd name="T10" fmla="*/ 122 w 220"/>
              <a:gd name="T11" fmla="*/ 115 h 230"/>
              <a:gd name="T12" fmla="*/ 122 w 220"/>
              <a:gd name="T13" fmla="*/ 136 h 230"/>
              <a:gd name="T14" fmla="*/ 83 w 220"/>
              <a:gd name="T15" fmla="*/ 115 h 230"/>
              <a:gd name="T16" fmla="*/ 83 w 220"/>
              <a:gd name="T17" fmla="*/ 138 h 230"/>
              <a:gd name="T18" fmla="*/ 40 w 220"/>
              <a:gd name="T19" fmla="*/ 115 h 230"/>
              <a:gd name="T20" fmla="*/ 40 w 220"/>
              <a:gd name="T21" fmla="*/ 137 h 230"/>
              <a:gd name="T22" fmla="*/ 0 w 220"/>
              <a:gd name="T23" fmla="*/ 115 h 230"/>
              <a:gd name="T24" fmla="*/ 0 w 220"/>
              <a:gd name="T25" fmla="*/ 230 h 230"/>
              <a:gd name="T26" fmla="*/ 220 w 220"/>
              <a:gd name="T27" fmla="*/ 230 h 230"/>
              <a:gd name="T28" fmla="*/ 220 w 220"/>
              <a:gd name="T29" fmla="*/ 136 h 230"/>
              <a:gd name="T30" fmla="*/ 212 w 220"/>
              <a:gd name="T31" fmla="*/ 136 h 230"/>
              <a:gd name="T32" fmla="*/ 62 w 220"/>
              <a:gd name="T33" fmla="*/ 199 h 230"/>
              <a:gd name="T34" fmla="*/ 18 w 220"/>
              <a:gd name="T35" fmla="*/ 199 h 230"/>
              <a:gd name="T36" fmla="*/ 18 w 220"/>
              <a:gd name="T37" fmla="*/ 184 h 230"/>
              <a:gd name="T38" fmla="*/ 62 w 220"/>
              <a:gd name="T39" fmla="*/ 184 h 230"/>
              <a:gd name="T40" fmla="*/ 62 w 220"/>
              <a:gd name="T41" fmla="*/ 199 h 230"/>
              <a:gd name="T42" fmla="*/ 62 w 220"/>
              <a:gd name="T43" fmla="*/ 178 h 230"/>
              <a:gd name="T44" fmla="*/ 18 w 220"/>
              <a:gd name="T45" fmla="*/ 178 h 230"/>
              <a:gd name="T46" fmla="*/ 18 w 220"/>
              <a:gd name="T47" fmla="*/ 167 h 230"/>
              <a:gd name="T48" fmla="*/ 62 w 220"/>
              <a:gd name="T49" fmla="*/ 167 h 230"/>
              <a:gd name="T50" fmla="*/ 62 w 220"/>
              <a:gd name="T51" fmla="*/ 178 h 230"/>
              <a:gd name="T52" fmla="*/ 107 w 220"/>
              <a:gd name="T53" fmla="*/ 199 h 230"/>
              <a:gd name="T54" fmla="*/ 67 w 220"/>
              <a:gd name="T55" fmla="*/ 199 h 230"/>
              <a:gd name="T56" fmla="*/ 67 w 220"/>
              <a:gd name="T57" fmla="*/ 184 h 230"/>
              <a:gd name="T58" fmla="*/ 107 w 220"/>
              <a:gd name="T59" fmla="*/ 184 h 230"/>
              <a:gd name="T60" fmla="*/ 107 w 220"/>
              <a:gd name="T61" fmla="*/ 199 h 230"/>
              <a:gd name="T62" fmla="*/ 107 w 220"/>
              <a:gd name="T63" fmla="*/ 178 h 230"/>
              <a:gd name="T64" fmla="*/ 67 w 220"/>
              <a:gd name="T65" fmla="*/ 178 h 230"/>
              <a:gd name="T66" fmla="*/ 67 w 220"/>
              <a:gd name="T67" fmla="*/ 167 h 230"/>
              <a:gd name="T68" fmla="*/ 107 w 220"/>
              <a:gd name="T69" fmla="*/ 167 h 230"/>
              <a:gd name="T70" fmla="*/ 107 w 220"/>
              <a:gd name="T71" fmla="*/ 178 h 230"/>
              <a:gd name="T72" fmla="*/ 154 w 220"/>
              <a:gd name="T73" fmla="*/ 199 h 230"/>
              <a:gd name="T74" fmla="*/ 111 w 220"/>
              <a:gd name="T75" fmla="*/ 199 h 230"/>
              <a:gd name="T76" fmla="*/ 111 w 220"/>
              <a:gd name="T77" fmla="*/ 184 h 230"/>
              <a:gd name="T78" fmla="*/ 154 w 220"/>
              <a:gd name="T79" fmla="*/ 184 h 230"/>
              <a:gd name="T80" fmla="*/ 154 w 220"/>
              <a:gd name="T81" fmla="*/ 199 h 230"/>
              <a:gd name="T82" fmla="*/ 154 w 220"/>
              <a:gd name="T83" fmla="*/ 178 h 230"/>
              <a:gd name="T84" fmla="*/ 111 w 220"/>
              <a:gd name="T85" fmla="*/ 178 h 230"/>
              <a:gd name="T86" fmla="*/ 111 w 220"/>
              <a:gd name="T87" fmla="*/ 167 h 230"/>
              <a:gd name="T88" fmla="*/ 154 w 220"/>
              <a:gd name="T89" fmla="*/ 167 h 230"/>
              <a:gd name="T90" fmla="*/ 154 w 220"/>
              <a:gd name="T91" fmla="*/ 178 h 230"/>
              <a:gd name="T92" fmla="*/ 200 w 220"/>
              <a:gd name="T93" fmla="*/ 199 h 230"/>
              <a:gd name="T94" fmla="*/ 159 w 220"/>
              <a:gd name="T95" fmla="*/ 199 h 230"/>
              <a:gd name="T96" fmla="*/ 159 w 220"/>
              <a:gd name="T97" fmla="*/ 184 h 230"/>
              <a:gd name="T98" fmla="*/ 200 w 220"/>
              <a:gd name="T99" fmla="*/ 184 h 230"/>
              <a:gd name="T100" fmla="*/ 200 w 220"/>
              <a:gd name="T101" fmla="*/ 199 h 230"/>
              <a:gd name="T102" fmla="*/ 200 w 220"/>
              <a:gd name="T103" fmla="*/ 178 h 230"/>
              <a:gd name="T104" fmla="*/ 159 w 220"/>
              <a:gd name="T105" fmla="*/ 178 h 230"/>
              <a:gd name="T106" fmla="*/ 159 w 220"/>
              <a:gd name="T107" fmla="*/ 167 h 230"/>
              <a:gd name="T108" fmla="*/ 200 w 220"/>
              <a:gd name="T109" fmla="*/ 167 h 230"/>
              <a:gd name="T110" fmla="*/ 200 w 220"/>
              <a:gd name="T111" fmla="*/ 178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20" h="230">
                <a:moveTo>
                  <a:pt x="212" y="136"/>
                </a:moveTo>
                <a:lnTo>
                  <a:pt x="201" y="0"/>
                </a:lnTo>
                <a:lnTo>
                  <a:pt x="182" y="0"/>
                </a:lnTo>
                <a:lnTo>
                  <a:pt x="172" y="136"/>
                </a:lnTo>
                <a:lnTo>
                  <a:pt x="161" y="136"/>
                </a:lnTo>
                <a:lnTo>
                  <a:pt x="122" y="115"/>
                </a:lnTo>
                <a:lnTo>
                  <a:pt x="122" y="136"/>
                </a:lnTo>
                <a:lnTo>
                  <a:pt x="83" y="115"/>
                </a:lnTo>
                <a:lnTo>
                  <a:pt x="83" y="138"/>
                </a:lnTo>
                <a:lnTo>
                  <a:pt x="40" y="115"/>
                </a:lnTo>
                <a:lnTo>
                  <a:pt x="40" y="137"/>
                </a:lnTo>
                <a:lnTo>
                  <a:pt x="0" y="115"/>
                </a:lnTo>
                <a:lnTo>
                  <a:pt x="0" y="230"/>
                </a:lnTo>
                <a:lnTo>
                  <a:pt x="220" y="230"/>
                </a:lnTo>
                <a:lnTo>
                  <a:pt x="220" y="136"/>
                </a:lnTo>
                <a:lnTo>
                  <a:pt x="212" y="136"/>
                </a:lnTo>
                <a:close/>
                <a:moveTo>
                  <a:pt x="62" y="199"/>
                </a:moveTo>
                <a:lnTo>
                  <a:pt x="18" y="199"/>
                </a:lnTo>
                <a:lnTo>
                  <a:pt x="18" y="184"/>
                </a:lnTo>
                <a:lnTo>
                  <a:pt x="62" y="184"/>
                </a:lnTo>
                <a:lnTo>
                  <a:pt x="62" y="199"/>
                </a:lnTo>
                <a:close/>
                <a:moveTo>
                  <a:pt x="62" y="178"/>
                </a:moveTo>
                <a:lnTo>
                  <a:pt x="18" y="178"/>
                </a:lnTo>
                <a:lnTo>
                  <a:pt x="18" y="167"/>
                </a:lnTo>
                <a:lnTo>
                  <a:pt x="62" y="167"/>
                </a:lnTo>
                <a:lnTo>
                  <a:pt x="62" y="178"/>
                </a:lnTo>
                <a:close/>
                <a:moveTo>
                  <a:pt x="107" y="199"/>
                </a:moveTo>
                <a:lnTo>
                  <a:pt x="67" y="199"/>
                </a:lnTo>
                <a:lnTo>
                  <a:pt x="67" y="184"/>
                </a:lnTo>
                <a:lnTo>
                  <a:pt x="107" y="184"/>
                </a:lnTo>
                <a:lnTo>
                  <a:pt x="107" y="199"/>
                </a:lnTo>
                <a:close/>
                <a:moveTo>
                  <a:pt x="107" y="178"/>
                </a:moveTo>
                <a:lnTo>
                  <a:pt x="67" y="178"/>
                </a:lnTo>
                <a:lnTo>
                  <a:pt x="67" y="167"/>
                </a:lnTo>
                <a:lnTo>
                  <a:pt x="107" y="167"/>
                </a:lnTo>
                <a:lnTo>
                  <a:pt x="107" y="178"/>
                </a:lnTo>
                <a:close/>
                <a:moveTo>
                  <a:pt x="154" y="199"/>
                </a:moveTo>
                <a:lnTo>
                  <a:pt x="111" y="199"/>
                </a:lnTo>
                <a:lnTo>
                  <a:pt x="111" y="184"/>
                </a:lnTo>
                <a:lnTo>
                  <a:pt x="154" y="184"/>
                </a:lnTo>
                <a:lnTo>
                  <a:pt x="154" y="199"/>
                </a:lnTo>
                <a:close/>
                <a:moveTo>
                  <a:pt x="154" y="178"/>
                </a:moveTo>
                <a:lnTo>
                  <a:pt x="111" y="178"/>
                </a:lnTo>
                <a:lnTo>
                  <a:pt x="111" y="167"/>
                </a:lnTo>
                <a:lnTo>
                  <a:pt x="154" y="167"/>
                </a:lnTo>
                <a:lnTo>
                  <a:pt x="154" y="178"/>
                </a:lnTo>
                <a:close/>
                <a:moveTo>
                  <a:pt x="200" y="199"/>
                </a:moveTo>
                <a:lnTo>
                  <a:pt x="159" y="199"/>
                </a:lnTo>
                <a:lnTo>
                  <a:pt x="159" y="184"/>
                </a:lnTo>
                <a:lnTo>
                  <a:pt x="200" y="184"/>
                </a:lnTo>
                <a:lnTo>
                  <a:pt x="200" y="199"/>
                </a:lnTo>
                <a:close/>
                <a:moveTo>
                  <a:pt x="200" y="178"/>
                </a:moveTo>
                <a:lnTo>
                  <a:pt x="159" y="178"/>
                </a:lnTo>
                <a:lnTo>
                  <a:pt x="159" y="167"/>
                </a:lnTo>
                <a:lnTo>
                  <a:pt x="200" y="167"/>
                </a:lnTo>
                <a:lnTo>
                  <a:pt x="200" y="178"/>
                </a:lnTo>
                <a:close/>
              </a:path>
            </a:pathLst>
          </a:custGeom>
          <a:solidFill>
            <a:srgbClr val="2E597A"/>
          </a:solidFill>
          <a:ln w="9525">
            <a:solidFill>
              <a:srgbClr val="2E597A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517816D0-5953-BD2A-22C4-42D4A8F3AD22}"/>
              </a:ext>
            </a:extLst>
          </p:cNvPr>
          <p:cNvGrpSpPr/>
          <p:nvPr/>
        </p:nvGrpSpPr>
        <p:grpSpPr>
          <a:xfrm>
            <a:off x="7954223" y="2085419"/>
            <a:ext cx="511448" cy="438887"/>
            <a:chOff x="5851525" y="952500"/>
            <a:chExt cx="368301" cy="330200"/>
          </a:xfrm>
          <a:solidFill>
            <a:srgbClr val="2E597A"/>
          </a:solidFill>
        </p:grpSpPr>
        <p:sp>
          <p:nvSpPr>
            <p:cNvPr id="20" name="Freeform 533">
              <a:extLst>
                <a:ext uri="{FF2B5EF4-FFF2-40B4-BE49-F238E27FC236}">
                  <a16:creationId xmlns:a16="http://schemas.microsoft.com/office/drawing/2014/main" id="{0D9B6C4D-7B38-682B-FFF6-CD9E341DDC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51525" y="952500"/>
              <a:ext cx="330200" cy="330200"/>
            </a:xfrm>
            <a:custGeom>
              <a:avLst/>
              <a:gdLst>
                <a:gd name="T0" fmla="*/ 128 w 395"/>
                <a:gd name="T1" fmla="*/ 364 h 396"/>
                <a:gd name="T2" fmla="*/ 18 w 395"/>
                <a:gd name="T3" fmla="*/ 198 h 396"/>
                <a:gd name="T4" fmla="*/ 24 w 395"/>
                <a:gd name="T5" fmla="*/ 194 h 396"/>
                <a:gd name="T6" fmla="*/ 62 w 395"/>
                <a:gd name="T7" fmla="*/ 226 h 396"/>
                <a:gd name="T8" fmla="*/ 70 w 395"/>
                <a:gd name="T9" fmla="*/ 268 h 396"/>
                <a:gd name="T10" fmla="*/ 98 w 395"/>
                <a:gd name="T11" fmla="*/ 292 h 396"/>
                <a:gd name="T12" fmla="*/ 131 w 395"/>
                <a:gd name="T13" fmla="*/ 345 h 396"/>
                <a:gd name="T14" fmla="*/ 144 w 395"/>
                <a:gd name="T15" fmla="*/ 342 h 396"/>
                <a:gd name="T16" fmla="*/ 148 w 395"/>
                <a:gd name="T17" fmla="*/ 316 h 396"/>
                <a:gd name="T18" fmla="*/ 165 w 395"/>
                <a:gd name="T19" fmla="*/ 300 h 396"/>
                <a:gd name="T20" fmla="*/ 153 w 395"/>
                <a:gd name="T21" fmla="*/ 272 h 396"/>
                <a:gd name="T22" fmla="*/ 114 w 395"/>
                <a:gd name="T23" fmla="*/ 269 h 396"/>
                <a:gd name="T24" fmla="*/ 108 w 395"/>
                <a:gd name="T25" fmla="*/ 219 h 396"/>
                <a:gd name="T26" fmla="*/ 77 w 395"/>
                <a:gd name="T27" fmla="*/ 208 h 396"/>
                <a:gd name="T28" fmla="*/ 54 w 395"/>
                <a:gd name="T29" fmla="*/ 208 h 396"/>
                <a:gd name="T30" fmla="*/ 46 w 395"/>
                <a:gd name="T31" fmla="*/ 183 h 396"/>
                <a:gd name="T32" fmla="*/ 39 w 395"/>
                <a:gd name="T33" fmla="*/ 158 h 396"/>
                <a:gd name="T34" fmla="*/ 72 w 395"/>
                <a:gd name="T35" fmla="*/ 188 h 396"/>
                <a:gd name="T36" fmla="*/ 72 w 395"/>
                <a:gd name="T37" fmla="*/ 180 h 396"/>
                <a:gd name="T38" fmla="*/ 78 w 395"/>
                <a:gd name="T39" fmla="*/ 137 h 396"/>
                <a:gd name="T40" fmla="*/ 127 w 395"/>
                <a:gd name="T41" fmla="*/ 108 h 396"/>
                <a:gd name="T42" fmla="*/ 152 w 395"/>
                <a:gd name="T43" fmla="*/ 73 h 396"/>
                <a:gd name="T44" fmla="*/ 183 w 395"/>
                <a:gd name="T45" fmla="*/ 83 h 396"/>
                <a:gd name="T46" fmla="*/ 234 w 395"/>
                <a:gd name="T47" fmla="*/ 83 h 396"/>
                <a:gd name="T48" fmla="*/ 248 w 395"/>
                <a:gd name="T49" fmla="*/ 109 h 396"/>
                <a:gd name="T50" fmla="*/ 273 w 395"/>
                <a:gd name="T51" fmla="*/ 122 h 396"/>
                <a:gd name="T52" fmla="*/ 297 w 395"/>
                <a:gd name="T53" fmla="*/ 113 h 396"/>
                <a:gd name="T54" fmla="*/ 330 w 395"/>
                <a:gd name="T55" fmla="*/ 130 h 396"/>
                <a:gd name="T56" fmla="*/ 336 w 395"/>
                <a:gd name="T57" fmla="*/ 153 h 396"/>
                <a:gd name="T58" fmla="*/ 299 w 395"/>
                <a:gd name="T59" fmla="*/ 135 h 396"/>
                <a:gd name="T60" fmla="*/ 242 w 395"/>
                <a:gd name="T61" fmla="*/ 167 h 396"/>
                <a:gd name="T62" fmla="*/ 271 w 395"/>
                <a:gd name="T63" fmla="*/ 200 h 396"/>
                <a:gd name="T64" fmla="*/ 395 w 395"/>
                <a:gd name="T65" fmla="*/ 188 h 396"/>
                <a:gd name="T66" fmla="*/ 275 w 395"/>
                <a:gd name="T67" fmla="*/ 16 h 396"/>
                <a:gd name="T68" fmla="*/ 58 w 395"/>
                <a:gd name="T69" fmla="*/ 58 h 396"/>
                <a:gd name="T70" fmla="*/ 16 w 395"/>
                <a:gd name="T71" fmla="*/ 275 h 396"/>
                <a:gd name="T72" fmla="*/ 198 w 395"/>
                <a:gd name="T73" fmla="*/ 396 h 396"/>
                <a:gd name="T74" fmla="*/ 268 w 395"/>
                <a:gd name="T75" fmla="*/ 32 h 396"/>
                <a:gd name="T76" fmla="*/ 253 w 395"/>
                <a:gd name="T77" fmla="*/ 52 h 396"/>
                <a:gd name="T78" fmla="*/ 220 w 395"/>
                <a:gd name="T79" fmla="*/ 28 h 396"/>
                <a:gd name="T80" fmla="*/ 268 w 395"/>
                <a:gd name="T81" fmla="*/ 32 h 396"/>
                <a:gd name="T82" fmla="*/ 128 w 395"/>
                <a:gd name="T83" fmla="*/ 32 h 396"/>
                <a:gd name="T84" fmla="*/ 164 w 395"/>
                <a:gd name="T85" fmla="*/ 33 h 396"/>
                <a:gd name="T86" fmla="*/ 134 w 395"/>
                <a:gd name="T87" fmla="*/ 65 h 396"/>
                <a:gd name="T88" fmla="*/ 118 w 395"/>
                <a:gd name="T89" fmla="*/ 50 h 396"/>
                <a:gd name="T90" fmla="*/ 87 w 395"/>
                <a:gd name="T91" fmla="*/ 84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95" h="396">
                  <a:moveTo>
                    <a:pt x="246" y="372"/>
                  </a:moveTo>
                  <a:cubicBezTo>
                    <a:pt x="230" y="376"/>
                    <a:pt x="214" y="379"/>
                    <a:pt x="198" y="379"/>
                  </a:cubicBezTo>
                  <a:cubicBezTo>
                    <a:pt x="174" y="379"/>
                    <a:pt x="150" y="374"/>
                    <a:pt x="128" y="364"/>
                  </a:cubicBezTo>
                  <a:cubicBezTo>
                    <a:pt x="106" y="355"/>
                    <a:pt x="87" y="342"/>
                    <a:pt x="70" y="326"/>
                  </a:cubicBezTo>
                  <a:cubicBezTo>
                    <a:pt x="54" y="309"/>
                    <a:pt x="41" y="290"/>
                    <a:pt x="32" y="268"/>
                  </a:cubicBezTo>
                  <a:cubicBezTo>
                    <a:pt x="22" y="246"/>
                    <a:pt x="18" y="222"/>
                    <a:pt x="18" y="198"/>
                  </a:cubicBezTo>
                  <a:cubicBezTo>
                    <a:pt x="18" y="188"/>
                    <a:pt x="18" y="178"/>
                    <a:pt x="20" y="168"/>
                  </a:cubicBezTo>
                  <a:cubicBezTo>
                    <a:pt x="24" y="174"/>
                    <a:pt x="24" y="174"/>
                    <a:pt x="24" y="174"/>
                  </a:cubicBezTo>
                  <a:cubicBezTo>
                    <a:pt x="24" y="194"/>
                    <a:pt x="24" y="194"/>
                    <a:pt x="24" y="194"/>
                  </a:cubicBezTo>
                  <a:cubicBezTo>
                    <a:pt x="38" y="205"/>
                    <a:pt x="38" y="205"/>
                    <a:pt x="38" y="205"/>
                  </a:cubicBezTo>
                  <a:cubicBezTo>
                    <a:pt x="50" y="217"/>
                    <a:pt x="50" y="217"/>
                    <a:pt x="50" y="217"/>
                  </a:cubicBezTo>
                  <a:cubicBezTo>
                    <a:pt x="62" y="226"/>
                    <a:pt x="62" y="226"/>
                    <a:pt x="62" y="226"/>
                  </a:cubicBezTo>
                  <a:cubicBezTo>
                    <a:pt x="70" y="233"/>
                    <a:pt x="70" y="233"/>
                    <a:pt x="70" y="233"/>
                  </a:cubicBezTo>
                  <a:cubicBezTo>
                    <a:pt x="66" y="255"/>
                    <a:pt x="66" y="255"/>
                    <a:pt x="66" y="255"/>
                  </a:cubicBezTo>
                  <a:cubicBezTo>
                    <a:pt x="70" y="268"/>
                    <a:pt x="70" y="268"/>
                    <a:pt x="70" y="268"/>
                  </a:cubicBezTo>
                  <a:cubicBezTo>
                    <a:pt x="84" y="275"/>
                    <a:pt x="84" y="275"/>
                    <a:pt x="84" y="275"/>
                  </a:cubicBezTo>
                  <a:cubicBezTo>
                    <a:pt x="89" y="286"/>
                    <a:pt x="89" y="286"/>
                    <a:pt x="89" y="286"/>
                  </a:cubicBezTo>
                  <a:cubicBezTo>
                    <a:pt x="98" y="292"/>
                    <a:pt x="98" y="292"/>
                    <a:pt x="98" y="292"/>
                  </a:cubicBezTo>
                  <a:cubicBezTo>
                    <a:pt x="106" y="306"/>
                    <a:pt x="106" y="306"/>
                    <a:pt x="106" y="306"/>
                  </a:cubicBezTo>
                  <a:cubicBezTo>
                    <a:pt x="111" y="327"/>
                    <a:pt x="111" y="327"/>
                    <a:pt x="111" y="327"/>
                  </a:cubicBezTo>
                  <a:cubicBezTo>
                    <a:pt x="131" y="345"/>
                    <a:pt x="131" y="345"/>
                    <a:pt x="131" y="345"/>
                  </a:cubicBezTo>
                  <a:cubicBezTo>
                    <a:pt x="158" y="361"/>
                    <a:pt x="158" y="361"/>
                    <a:pt x="158" y="361"/>
                  </a:cubicBezTo>
                  <a:cubicBezTo>
                    <a:pt x="158" y="352"/>
                    <a:pt x="158" y="352"/>
                    <a:pt x="158" y="352"/>
                  </a:cubicBezTo>
                  <a:cubicBezTo>
                    <a:pt x="144" y="342"/>
                    <a:pt x="144" y="342"/>
                    <a:pt x="144" y="342"/>
                  </a:cubicBezTo>
                  <a:cubicBezTo>
                    <a:pt x="141" y="330"/>
                    <a:pt x="141" y="330"/>
                    <a:pt x="141" y="330"/>
                  </a:cubicBezTo>
                  <a:cubicBezTo>
                    <a:pt x="147" y="324"/>
                    <a:pt x="147" y="324"/>
                    <a:pt x="147" y="324"/>
                  </a:cubicBezTo>
                  <a:cubicBezTo>
                    <a:pt x="148" y="316"/>
                    <a:pt x="148" y="316"/>
                    <a:pt x="148" y="316"/>
                  </a:cubicBezTo>
                  <a:cubicBezTo>
                    <a:pt x="154" y="313"/>
                    <a:pt x="154" y="313"/>
                    <a:pt x="154" y="313"/>
                  </a:cubicBezTo>
                  <a:cubicBezTo>
                    <a:pt x="152" y="298"/>
                    <a:pt x="152" y="298"/>
                    <a:pt x="152" y="298"/>
                  </a:cubicBezTo>
                  <a:cubicBezTo>
                    <a:pt x="165" y="300"/>
                    <a:pt x="165" y="300"/>
                    <a:pt x="165" y="300"/>
                  </a:cubicBezTo>
                  <a:cubicBezTo>
                    <a:pt x="169" y="283"/>
                    <a:pt x="169" y="283"/>
                    <a:pt x="169" y="283"/>
                  </a:cubicBezTo>
                  <a:cubicBezTo>
                    <a:pt x="168" y="283"/>
                    <a:pt x="168" y="283"/>
                    <a:pt x="168" y="283"/>
                  </a:cubicBezTo>
                  <a:cubicBezTo>
                    <a:pt x="162" y="277"/>
                    <a:pt x="158" y="273"/>
                    <a:pt x="153" y="272"/>
                  </a:cubicBezTo>
                  <a:cubicBezTo>
                    <a:pt x="147" y="270"/>
                    <a:pt x="141" y="269"/>
                    <a:pt x="135" y="269"/>
                  </a:cubicBezTo>
                  <a:cubicBezTo>
                    <a:pt x="133" y="269"/>
                    <a:pt x="132" y="269"/>
                    <a:pt x="130" y="269"/>
                  </a:cubicBezTo>
                  <a:cubicBezTo>
                    <a:pt x="124" y="270"/>
                    <a:pt x="120" y="271"/>
                    <a:pt x="114" y="269"/>
                  </a:cubicBezTo>
                  <a:cubicBezTo>
                    <a:pt x="85" y="272"/>
                    <a:pt x="85" y="272"/>
                    <a:pt x="85" y="272"/>
                  </a:cubicBezTo>
                  <a:cubicBezTo>
                    <a:pt x="85" y="265"/>
                    <a:pt x="87" y="255"/>
                    <a:pt x="89" y="250"/>
                  </a:cubicBezTo>
                  <a:cubicBezTo>
                    <a:pt x="91" y="246"/>
                    <a:pt x="95" y="235"/>
                    <a:pt x="108" y="219"/>
                  </a:cubicBezTo>
                  <a:cubicBezTo>
                    <a:pt x="102" y="220"/>
                    <a:pt x="102" y="220"/>
                    <a:pt x="102" y="220"/>
                  </a:cubicBezTo>
                  <a:cubicBezTo>
                    <a:pt x="89" y="212"/>
                    <a:pt x="89" y="212"/>
                    <a:pt x="89" y="212"/>
                  </a:cubicBezTo>
                  <a:cubicBezTo>
                    <a:pt x="77" y="208"/>
                    <a:pt x="77" y="208"/>
                    <a:pt x="77" y="208"/>
                  </a:cubicBezTo>
                  <a:cubicBezTo>
                    <a:pt x="69" y="210"/>
                    <a:pt x="69" y="210"/>
                    <a:pt x="69" y="210"/>
                  </a:cubicBezTo>
                  <a:cubicBezTo>
                    <a:pt x="60" y="215"/>
                    <a:pt x="60" y="215"/>
                    <a:pt x="60" y="215"/>
                  </a:cubicBezTo>
                  <a:cubicBezTo>
                    <a:pt x="54" y="208"/>
                    <a:pt x="54" y="208"/>
                    <a:pt x="54" y="208"/>
                  </a:cubicBezTo>
                  <a:cubicBezTo>
                    <a:pt x="53" y="200"/>
                    <a:pt x="53" y="200"/>
                    <a:pt x="53" y="200"/>
                  </a:cubicBezTo>
                  <a:cubicBezTo>
                    <a:pt x="46" y="193"/>
                    <a:pt x="46" y="193"/>
                    <a:pt x="46" y="193"/>
                  </a:cubicBezTo>
                  <a:cubicBezTo>
                    <a:pt x="46" y="183"/>
                    <a:pt x="46" y="183"/>
                    <a:pt x="46" y="183"/>
                  </a:cubicBezTo>
                  <a:cubicBezTo>
                    <a:pt x="38" y="180"/>
                    <a:pt x="38" y="180"/>
                    <a:pt x="38" y="180"/>
                  </a:cubicBezTo>
                  <a:cubicBezTo>
                    <a:pt x="33" y="165"/>
                    <a:pt x="33" y="165"/>
                    <a:pt x="33" y="165"/>
                  </a:cubicBezTo>
                  <a:cubicBezTo>
                    <a:pt x="39" y="158"/>
                    <a:pt x="39" y="158"/>
                    <a:pt x="39" y="158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8" y="183"/>
                    <a:pt x="58" y="183"/>
                    <a:pt x="58" y="183"/>
                  </a:cubicBezTo>
                  <a:cubicBezTo>
                    <a:pt x="72" y="188"/>
                    <a:pt x="72" y="188"/>
                    <a:pt x="72" y="188"/>
                  </a:cubicBezTo>
                  <a:cubicBezTo>
                    <a:pt x="89" y="190"/>
                    <a:pt x="89" y="190"/>
                    <a:pt x="89" y="190"/>
                  </a:cubicBezTo>
                  <a:cubicBezTo>
                    <a:pt x="92" y="179"/>
                    <a:pt x="92" y="179"/>
                    <a:pt x="92" y="179"/>
                  </a:cubicBezTo>
                  <a:cubicBezTo>
                    <a:pt x="72" y="180"/>
                    <a:pt x="72" y="180"/>
                    <a:pt x="72" y="180"/>
                  </a:cubicBezTo>
                  <a:cubicBezTo>
                    <a:pt x="71" y="172"/>
                    <a:pt x="71" y="172"/>
                    <a:pt x="71" y="172"/>
                  </a:cubicBezTo>
                  <a:cubicBezTo>
                    <a:pt x="68" y="148"/>
                    <a:pt x="68" y="148"/>
                    <a:pt x="68" y="148"/>
                  </a:cubicBezTo>
                  <a:cubicBezTo>
                    <a:pt x="78" y="137"/>
                    <a:pt x="78" y="137"/>
                    <a:pt x="78" y="137"/>
                  </a:cubicBezTo>
                  <a:cubicBezTo>
                    <a:pt x="99" y="120"/>
                    <a:pt x="99" y="120"/>
                    <a:pt x="99" y="12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27" y="108"/>
                    <a:pt x="127" y="108"/>
                    <a:pt x="127" y="108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51" y="89"/>
                    <a:pt x="151" y="89"/>
                    <a:pt x="151" y="89"/>
                  </a:cubicBezTo>
                  <a:cubicBezTo>
                    <a:pt x="152" y="73"/>
                    <a:pt x="152" y="73"/>
                    <a:pt x="152" y="73"/>
                  </a:cubicBezTo>
                  <a:cubicBezTo>
                    <a:pt x="161" y="63"/>
                    <a:pt x="161" y="63"/>
                    <a:pt x="161" y="63"/>
                  </a:cubicBezTo>
                  <a:cubicBezTo>
                    <a:pt x="179" y="65"/>
                    <a:pt x="179" y="65"/>
                    <a:pt x="179" y="65"/>
                  </a:cubicBezTo>
                  <a:cubicBezTo>
                    <a:pt x="183" y="83"/>
                    <a:pt x="183" y="83"/>
                    <a:pt x="183" y="83"/>
                  </a:cubicBezTo>
                  <a:cubicBezTo>
                    <a:pt x="209" y="88"/>
                    <a:pt x="209" y="88"/>
                    <a:pt x="209" y="88"/>
                  </a:cubicBezTo>
                  <a:cubicBezTo>
                    <a:pt x="225" y="88"/>
                    <a:pt x="225" y="88"/>
                    <a:pt x="225" y="88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56" y="87"/>
                    <a:pt x="256" y="87"/>
                    <a:pt x="256" y="87"/>
                  </a:cubicBezTo>
                  <a:cubicBezTo>
                    <a:pt x="266" y="98"/>
                    <a:pt x="266" y="98"/>
                    <a:pt x="266" y="98"/>
                  </a:cubicBezTo>
                  <a:cubicBezTo>
                    <a:pt x="248" y="109"/>
                    <a:pt x="248" y="109"/>
                    <a:pt x="248" y="109"/>
                  </a:cubicBezTo>
                  <a:cubicBezTo>
                    <a:pt x="248" y="124"/>
                    <a:pt x="248" y="124"/>
                    <a:pt x="248" y="124"/>
                  </a:cubicBezTo>
                  <a:cubicBezTo>
                    <a:pt x="262" y="130"/>
                    <a:pt x="262" y="130"/>
                    <a:pt x="262" y="130"/>
                  </a:cubicBezTo>
                  <a:cubicBezTo>
                    <a:pt x="273" y="122"/>
                    <a:pt x="273" y="122"/>
                    <a:pt x="273" y="122"/>
                  </a:cubicBezTo>
                  <a:cubicBezTo>
                    <a:pt x="279" y="114"/>
                    <a:pt x="279" y="114"/>
                    <a:pt x="279" y="114"/>
                  </a:cubicBezTo>
                  <a:cubicBezTo>
                    <a:pt x="289" y="109"/>
                    <a:pt x="289" y="109"/>
                    <a:pt x="289" y="109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308" y="116"/>
                    <a:pt x="308" y="116"/>
                    <a:pt x="308" y="116"/>
                  </a:cubicBezTo>
                  <a:cubicBezTo>
                    <a:pt x="320" y="128"/>
                    <a:pt x="320" y="128"/>
                    <a:pt x="320" y="128"/>
                  </a:cubicBezTo>
                  <a:cubicBezTo>
                    <a:pt x="330" y="130"/>
                    <a:pt x="330" y="130"/>
                    <a:pt x="330" y="130"/>
                  </a:cubicBezTo>
                  <a:cubicBezTo>
                    <a:pt x="344" y="140"/>
                    <a:pt x="344" y="140"/>
                    <a:pt x="344" y="140"/>
                  </a:cubicBezTo>
                  <a:cubicBezTo>
                    <a:pt x="346" y="149"/>
                    <a:pt x="346" y="149"/>
                    <a:pt x="346" y="149"/>
                  </a:cubicBezTo>
                  <a:cubicBezTo>
                    <a:pt x="336" y="153"/>
                    <a:pt x="336" y="153"/>
                    <a:pt x="336" y="153"/>
                  </a:cubicBezTo>
                  <a:cubicBezTo>
                    <a:pt x="315" y="151"/>
                    <a:pt x="315" y="151"/>
                    <a:pt x="315" y="151"/>
                  </a:cubicBezTo>
                  <a:cubicBezTo>
                    <a:pt x="300" y="143"/>
                    <a:pt x="300" y="143"/>
                    <a:pt x="300" y="143"/>
                  </a:cubicBezTo>
                  <a:cubicBezTo>
                    <a:pt x="299" y="135"/>
                    <a:pt x="299" y="135"/>
                    <a:pt x="299" y="135"/>
                  </a:cubicBezTo>
                  <a:cubicBezTo>
                    <a:pt x="283" y="137"/>
                    <a:pt x="283" y="137"/>
                    <a:pt x="283" y="137"/>
                  </a:cubicBezTo>
                  <a:cubicBezTo>
                    <a:pt x="253" y="148"/>
                    <a:pt x="253" y="148"/>
                    <a:pt x="253" y="148"/>
                  </a:cubicBezTo>
                  <a:cubicBezTo>
                    <a:pt x="242" y="167"/>
                    <a:pt x="242" y="167"/>
                    <a:pt x="242" y="167"/>
                  </a:cubicBezTo>
                  <a:cubicBezTo>
                    <a:pt x="229" y="173"/>
                    <a:pt x="229" y="173"/>
                    <a:pt x="229" y="173"/>
                  </a:cubicBezTo>
                  <a:cubicBezTo>
                    <a:pt x="228" y="177"/>
                    <a:pt x="228" y="177"/>
                    <a:pt x="228" y="177"/>
                  </a:cubicBezTo>
                  <a:cubicBezTo>
                    <a:pt x="249" y="181"/>
                    <a:pt x="262" y="190"/>
                    <a:pt x="271" y="200"/>
                  </a:cubicBezTo>
                  <a:cubicBezTo>
                    <a:pt x="283" y="187"/>
                    <a:pt x="303" y="174"/>
                    <a:pt x="337" y="174"/>
                  </a:cubicBezTo>
                  <a:cubicBezTo>
                    <a:pt x="342" y="174"/>
                    <a:pt x="347" y="175"/>
                    <a:pt x="352" y="175"/>
                  </a:cubicBezTo>
                  <a:cubicBezTo>
                    <a:pt x="369" y="177"/>
                    <a:pt x="383" y="182"/>
                    <a:pt x="395" y="188"/>
                  </a:cubicBezTo>
                  <a:cubicBezTo>
                    <a:pt x="394" y="165"/>
                    <a:pt x="389" y="142"/>
                    <a:pt x="380" y="121"/>
                  </a:cubicBezTo>
                  <a:cubicBezTo>
                    <a:pt x="370" y="98"/>
                    <a:pt x="356" y="76"/>
                    <a:pt x="338" y="58"/>
                  </a:cubicBezTo>
                  <a:cubicBezTo>
                    <a:pt x="320" y="40"/>
                    <a:pt x="298" y="26"/>
                    <a:pt x="275" y="16"/>
                  </a:cubicBezTo>
                  <a:cubicBezTo>
                    <a:pt x="251" y="6"/>
                    <a:pt x="225" y="0"/>
                    <a:pt x="198" y="0"/>
                  </a:cubicBezTo>
                  <a:cubicBezTo>
                    <a:pt x="171" y="0"/>
                    <a:pt x="145" y="6"/>
                    <a:pt x="121" y="16"/>
                  </a:cubicBezTo>
                  <a:cubicBezTo>
                    <a:pt x="98" y="26"/>
                    <a:pt x="76" y="40"/>
                    <a:pt x="58" y="58"/>
                  </a:cubicBezTo>
                  <a:cubicBezTo>
                    <a:pt x="40" y="76"/>
                    <a:pt x="26" y="98"/>
                    <a:pt x="16" y="121"/>
                  </a:cubicBezTo>
                  <a:cubicBezTo>
                    <a:pt x="6" y="145"/>
                    <a:pt x="0" y="171"/>
                    <a:pt x="0" y="198"/>
                  </a:cubicBezTo>
                  <a:cubicBezTo>
                    <a:pt x="0" y="225"/>
                    <a:pt x="6" y="251"/>
                    <a:pt x="16" y="275"/>
                  </a:cubicBezTo>
                  <a:cubicBezTo>
                    <a:pt x="26" y="298"/>
                    <a:pt x="40" y="320"/>
                    <a:pt x="58" y="338"/>
                  </a:cubicBezTo>
                  <a:cubicBezTo>
                    <a:pt x="76" y="356"/>
                    <a:pt x="98" y="370"/>
                    <a:pt x="121" y="380"/>
                  </a:cubicBezTo>
                  <a:cubicBezTo>
                    <a:pt x="145" y="390"/>
                    <a:pt x="171" y="396"/>
                    <a:pt x="198" y="396"/>
                  </a:cubicBezTo>
                  <a:cubicBezTo>
                    <a:pt x="214" y="396"/>
                    <a:pt x="230" y="394"/>
                    <a:pt x="246" y="390"/>
                  </a:cubicBezTo>
                  <a:lnTo>
                    <a:pt x="246" y="372"/>
                  </a:lnTo>
                  <a:close/>
                  <a:moveTo>
                    <a:pt x="268" y="32"/>
                  </a:moveTo>
                  <a:cubicBezTo>
                    <a:pt x="275" y="34"/>
                    <a:pt x="281" y="37"/>
                    <a:pt x="287" y="41"/>
                  </a:cubicBezTo>
                  <a:cubicBezTo>
                    <a:pt x="270" y="52"/>
                    <a:pt x="270" y="52"/>
                    <a:pt x="270" y="52"/>
                  </a:cubicBezTo>
                  <a:cubicBezTo>
                    <a:pt x="253" y="52"/>
                    <a:pt x="253" y="52"/>
                    <a:pt x="253" y="52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15" y="40"/>
                    <a:pt x="215" y="40"/>
                    <a:pt x="215" y="40"/>
                  </a:cubicBezTo>
                  <a:cubicBezTo>
                    <a:pt x="220" y="28"/>
                    <a:pt x="220" y="28"/>
                    <a:pt x="220" y="28"/>
                  </a:cubicBezTo>
                  <a:cubicBezTo>
                    <a:pt x="210" y="23"/>
                    <a:pt x="210" y="23"/>
                    <a:pt x="210" y="23"/>
                  </a:cubicBezTo>
                  <a:cubicBezTo>
                    <a:pt x="209" y="18"/>
                    <a:pt x="209" y="18"/>
                    <a:pt x="209" y="18"/>
                  </a:cubicBezTo>
                  <a:cubicBezTo>
                    <a:pt x="230" y="19"/>
                    <a:pt x="250" y="24"/>
                    <a:pt x="268" y="32"/>
                  </a:cubicBezTo>
                  <a:close/>
                  <a:moveTo>
                    <a:pt x="98" y="58"/>
                  </a:moveTo>
                  <a:cubicBezTo>
                    <a:pt x="122" y="34"/>
                    <a:pt x="122" y="34"/>
                    <a:pt x="122" y="34"/>
                  </a:cubicBezTo>
                  <a:cubicBezTo>
                    <a:pt x="124" y="33"/>
                    <a:pt x="126" y="33"/>
                    <a:pt x="128" y="32"/>
                  </a:cubicBezTo>
                  <a:cubicBezTo>
                    <a:pt x="141" y="26"/>
                    <a:pt x="155" y="22"/>
                    <a:pt x="170" y="20"/>
                  </a:cubicBezTo>
                  <a:cubicBezTo>
                    <a:pt x="171" y="21"/>
                    <a:pt x="171" y="21"/>
                    <a:pt x="171" y="21"/>
                  </a:cubicBezTo>
                  <a:cubicBezTo>
                    <a:pt x="164" y="33"/>
                    <a:pt x="164" y="33"/>
                    <a:pt x="164" y="33"/>
                  </a:cubicBezTo>
                  <a:cubicBezTo>
                    <a:pt x="147" y="39"/>
                    <a:pt x="147" y="39"/>
                    <a:pt x="147" y="39"/>
                  </a:cubicBezTo>
                  <a:cubicBezTo>
                    <a:pt x="136" y="51"/>
                    <a:pt x="136" y="51"/>
                    <a:pt x="136" y="51"/>
                  </a:cubicBezTo>
                  <a:cubicBezTo>
                    <a:pt x="134" y="65"/>
                    <a:pt x="134" y="65"/>
                    <a:pt x="134" y="65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29" y="46"/>
                    <a:pt x="129" y="46"/>
                    <a:pt x="129" y="46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04" y="69"/>
                    <a:pt x="104" y="69"/>
                    <a:pt x="104" y="69"/>
                  </a:cubicBezTo>
                  <a:cubicBezTo>
                    <a:pt x="92" y="89"/>
                    <a:pt x="92" y="89"/>
                    <a:pt x="92" y="89"/>
                  </a:cubicBezTo>
                  <a:cubicBezTo>
                    <a:pt x="87" y="84"/>
                    <a:pt x="87" y="84"/>
                    <a:pt x="87" y="84"/>
                  </a:cubicBezTo>
                  <a:lnTo>
                    <a:pt x="98" y="58"/>
                  </a:lnTo>
                  <a:close/>
                </a:path>
              </a:pathLst>
            </a:custGeom>
            <a:grpFill/>
            <a:ln w="9525">
              <a:solidFill>
                <a:srgbClr val="2E597A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1" name="Freeform 534">
              <a:extLst>
                <a:ext uri="{FF2B5EF4-FFF2-40B4-BE49-F238E27FC236}">
                  <a16:creationId xmlns:a16="http://schemas.microsoft.com/office/drawing/2014/main" id="{5A99F317-8400-1D76-58DE-9D755F655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7588" y="1184275"/>
              <a:ext cx="69850" cy="76200"/>
            </a:xfrm>
            <a:custGeom>
              <a:avLst/>
              <a:gdLst>
                <a:gd name="T0" fmla="*/ 80 w 83"/>
                <a:gd name="T1" fmla="*/ 4 h 91"/>
                <a:gd name="T2" fmla="*/ 64 w 83"/>
                <a:gd name="T3" fmla="*/ 16 h 91"/>
                <a:gd name="T4" fmla="*/ 50 w 83"/>
                <a:gd name="T5" fmla="*/ 24 h 91"/>
                <a:gd name="T6" fmla="*/ 31 w 83"/>
                <a:gd name="T7" fmla="*/ 47 h 91"/>
                <a:gd name="T8" fmla="*/ 0 w 83"/>
                <a:gd name="T9" fmla="*/ 72 h 91"/>
                <a:gd name="T10" fmla="*/ 0 w 83"/>
                <a:gd name="T11" fmla="*/ 91 h 91"/>
                <a:gd name="T12" fmla="*/ 43 w 83"/>
                <a:gd name="T13" fmla="*/ 59 h 91"/>
                <a:gd name="T14" fmla="*/ 83 w 83"/>
                <a:gd name="T15" fmla="*/ 0 h 91"/>
                <a:gd name="T16" fmla="*/ 80 w 83"/>
                <a:gd name="T17" fmla="*/ 4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3" h="91">
                  <a:moveTo>
                    <a:pt x="80" y="4"/>
                  </a:moveTo>
                  <a:cubicBezTo>
                    <a:pt x="75" y="8"/>
                    <a:pt x="70" y="12"/>
                    <a:pt x="64" y="16"/>
                  </a:cubicBezTo>
                  <a:cubicBezTo>
                    <a:pt x="59" y="19"/>
                    <a:pt x="55" y="22"/>
                    <a:pt x="50" y="24"/>
                  </a:cubicBezTo>
                  <a:cubicBezTo>
                    <a:pt x="44" y="32"/>
                    <a:pt x="38" y="39"/>
                    <a:pt x="31" y="47"/>
                  </a:cubicBezTo>
                  <a:cubicBezTo>
                    <a:pt x="21" y="56"/>
                    <a:pt x="11" y="64"/>
                    <a:pt x="0" y="72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15" y="83"/>
                    <a:pt x="30" y="72"/>
                    <a:pt x="43" y="59"/>
                  </a:cubicBezTo>
                  <a:cubicBezTo>
                    <a:pt x="60" y="42"/>
                    <a:pt x="73" y="22"/>
                    <a:pt x="83" y="0"/>
                  </a:cubicBezTo>
                  <a:cubicBezTo>
                    <a:pt x="82" y="1"/>
                    <a:pt x="81" y="2"/>
                    <a:pt x="80" y="4"/>
                  </a:cubicBezTo>
                  <a:close/>
                </a:path>
              </a:pathLst>
            </a:custGeom>
            <a:grpFill/>
            <a:ln w="9525">
              <a:solidFill>
                <a:srgbClr val="2E597A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2" name="Freeform 535">
              <a:extLst>
                <a:ext uri="{FF2B5EF4-FFF2-40B4-BE49-F238E27FC236}">
                  <a16:creationId xmlns:a16="http://schemas.microsoft.com/office/drawing/2014/main" id="{8B9A1B03-A8BC-73A6-30DE-1BBBD9B100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35663" y="1108075"/>
              <a:ext cx="284163" cy="174625"/>
            </a:xfrm>
            <a:custGeom>
              <a:avLst/>
              <a:gdLst>
                <a:gd name="T0" fmla="*/ 250 w 342"/>
                <a:gd name="T1" fmla="*/ 5 h 210"/>
                <a:gd name="T2" fmla="*/ 171 w 342"/>
                <a:gd name="T3" fmla="*/ 45 h 210"/>
                <a:gd name="T4" fmla="*/ 92 w 342"/>
                <a:gd name="T5" fmla="*/ 5 h 210"/>
                <a:gd name="T6" fmla="*/ 0 w 342"/>
                <a:gd name="T7" fmla="*/ 75 h 210"/>
                <a:gd name="T8" fmla="*/ 8 w 342"/>
                <a:gd name="T9" fmla="*/ 72 h 210"/>
                <a:gd name="T10" fmla="*/ 29 w 342"/>
                <a:gd name="T11" fmla="*/ 68 h 210"/>
                <a:gd name="T12" fmla="*/ 58 w 342"/>
                <a:gd name="T13" fmla="*/ 71 h 210"/>
                <a:gd name="T14" fmla="*/ 92 w 342"/>
                <a:gd name="T15" fmla="*/ 96 h 210"/>
                <a:gd name="T16" fmla="*/ 143 w 342"/>
                <a:gd name="T17" fmla="*/ 104 h 210"/>
                <a:gd name="T18" fmla="*/ 162 w 342"/>
                <a:gd name="T19" fmla="*/ 92 h 210"/>
                <a:gd name="T20" fmla="*/ 162 w 342"/>
                <a:gd name="T21" fmla="*/ 210 h 210"/>
                <a:gd name="T22" fmla="*/ 179 w 342"/>
                <a:gd name="T23" fmla="*/ 210 h 210"/>
                <a:gd name="T24" fmla="*/ 179 w 342"/>
                <a:gd name="T25" fmla="*/ 90 h 210"/>
                <a:gd name="T26" fmla="*/ 199 w 342"/>
                <a:gd name="T27" fmla="*/ 104 h 210"/>
                <a:gd name="T28" fmla="*/ 251 w 342"/>
                <a:gd name="T29" fmla="*/ 96 h 210"/>
                <a:gd name="T30" fmla="*/ 285 w 342"/>
                <a:gd name="T31" fmla="*/ 71 h 210"/>
                <a:gd name="T32" fmla="*/ 314 w 342"/>
                <a:gd name="T33" fmla="*/ 68 h 210"/>
                <a:gd name="T34" fmla="*/ 334 w 342"/>
                <a:gd name="T35" fmla="*/ 72 h 210"/>
                <a:gd name="T36" fmla="*/ 342 w 342"/>
                <a:gd name="T37" fmla="*/ 75 h 210"/>
                <a:gd name="T38" fmla="*/ 250 w 342"/>
                <a:gd name="T39" fmla="*/ 5 h 210"/>
                <a:gd name="T40" fmla="*/ 124 w 342"/>
                <a:gd name="T41" fmla="*/ 45 h 210"/>
                <a:gd name="T42" fmla="*/ 89 w 342"/>
                <a:gd name="T43" fmla="*/ 38 h 210"/>
                <a:gd name="T44" fmla="*/ 19 w 342"/>
                <a:gd name="T45" fmla="*/ 60 h 210"/>
                <a:gd name="T46" fmla="*/ 51 w 342"/>
                <a:gd name="T47" fmla="*/ 39 h 210"/>
                <a:gd name="T48" fmla="*/ 89 w 342"/>
                <a:gd name="T49" fmla="*/ 31 h 210"/>
                <a:gd name="T50" fmla="*/ 126 w 342"/>
                <a:gd name="T51" fmla="*/ 40 h 210"/>
                <a:gd name="T52" fmla="*/ 157 w 342"/>
                <a:gd name="T53" fmla="*/ 65 h 210"/>
                <a:gd name="T54" fmla="*/ 124 w 342"/>
                <a:gd name="T55" fmla="*/ 45 h 210"/>
                <a:gd name="T56" fmla="*/ 253 w 342"/>
                <a:gd name="T57" fmla="*/ 38 h 210"/>
                <a:gd name="T58" fmla="*/ 218 w 342"/>
                <a:gd name="T59" fmla="*/ 45 h 210"/>
                <a:gd name="T60" fmla="*/ 186 w 342"/>
                <a:gd name="T61" fmla="*/ 65 h 210"/>
                <a:gd name="T62" fmla="*/ 216 w 342"/>
                <a:gd name="T63" fmla="*/ 40 h 210"/>
                <a:gd name="T64" fmla="*/ 253 w 342"/>
                <a:gd name="T65" fmla="*/ 31 h 210"/>
                <a:gd name="T66" fmla="*/ 291 w 342"/>
                <a:gd name="T67" fmla="*/ 39 h 210"/>
                <a:gd name="T68" fmla="*/ 323 w 342"/>
                <a:gd name="T69" fmla="*/ 60 h 210"/>
                <a:gd name="T70" fmla="*/ 253 w 342"/>
                <a:gd name="T71" fmla="*/ 3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42" h="210">
                  <a:moveTo>
                    <a:pt x="250" y="5"/>
                  </a:moveTo>
                  <a:cubicBezTo>
                    <a:pt x="194" y="0"/>
                    <a:pt x="176" y="28"/>
                    <a:pt x="171" y="45"/>
                  </a:cubicBezTo>
                  <a:cubicBezTo>
                    <a:pt x="166" y="28"/>
                    <a:pt x="148" y="0"/>
                    <a:pt x="92" y="5"/>
                  </a:cubicBezTo>
                  <a:cubicBezTo>
                    <a:pt x="26" y="11"/>
                    <a:pt x="0" y="75"/>
                    <a:pt x="0" y="75"/>
                  </a:cubicBezTo>
                  <a:cubicBezTo>
                    <a:pt x="1" y="74"/>
                    <a:pt x="7" y="72"/>
                    <a:pt x="8" y="72"/>
                  </a:cubicBezTo>
                  <a:cubicBezTo>
                    <a:pt x="15" y="69"/>
                    <a:pt x="22" y="68"/>
                    <a:pt x="29" y="68"/>
                  </a:cubicBezTo>
                  <a:cubicBezTo>
                    <a:pt x="38" y="67"/>
                    <a:pt x="48" y="68"/>
                    <a:pt x="58" y="71"/>
                  </a:cubicBezTo>
                  <a:cubicBezTo>
                    <a:pt x="72" y="75"/>
                    <a:pt x="79" y="88"/>
                    <a:pt x="92" y="96"/>
                  </a:cubicBezTo>
                  <a:cubicBezTo>
                    <a:pt x="112" y="109"/>
                    <a:pt x="128" y="107"/>
                    <a:pt x="143" y="104"/>
                  </a:cubicBezTo>
                  <a:cubicBezTo>
                    <a:pt x="143" y="104"/>
                    <a:pt x="153" y="102"/>
                    <a:pt x="162" y="92"/>
                  </a:cubicBezTo>
                  <a:cubicBezTo>
                    <a:pt x="162" y="210"/>
                    <a:pt x="162" y="210"/>
                    <a:pt x="162" y="210"/>
                  </a:cubicBezTo>
                  <a:cubicBezTo>
                    <a:pt x="179" y="210"/>
                    <a:pt x="179" y="210"/>
                    <a:pt x="179" y="210"/>
                  </a:cubicBezTo>
                  <a:cubicBezTo>
                    <a:pt x="179" y="90"/>
                    <a:pt x="179" y="90"/>
                    <a:pt x="179" y="90"/>
                  </a:cubicBezTo>
                  <a:cubicBezTo>
                    <a:pt x="188" y="101"/>
                    <a:pt x="199" y="104"/>
                    <a:pt x="199" y="104"/>
                  </a:cubicBezTo>
                  <a:cubicBezTo>
                    <a:pt x="214" y="107"/>
                    <a:pt x="230" y="109"/>
                    <a:pt x="251" y="96"/>
                  </a:cubicBezTo>
                  <a:cubicBezTo>
                    <a:pt x="263" y="88"/>
                    <a:pt x="270" y="75"/>
                    <a:pt x="285" y="71"/>
                  </a:cubicBezTo>
                  <a:cubicBezTo>
                    <a:pt x="294" y="68"/>
                    <a:pt x="304" y="67"/>
                    <a:pt x="314" y="68"/>
                  </a:cubicBezTo>
                  <a:cubicBezTo>
                    <a:pt x="321" y="68"/>
                    <a:pt x="328" y="69"/>
                    <a:pt x="334" y="72"/>
                  </a:cubicBezTo>
                  <a:cubicBezTo>
                    <a:pt x="335" y="72"/>
                    <a:pt x="342" y="74"/>
                    <a:pt x="342" y="75"/>
                  </a:cubicBezTo>
                  <a:cubicBezTo>
                    <a:pt x="342" y="75"/>
                    <a:pt x="316" y="11"/>
                    <a:pt x="250" y="5"/>
                  </a:cubicBezTo>
                  <a:close/>
                  <a:moveTo>
                    <a:pt x="124" y="45"/>
                  </a:moveTo>
                  <a:cubicBezTo>
                    <a:pt x="113" y="41"/>
                    <a:pt x="101" y="38"/>
                    <a:pt x="89" y="38"/>
                  </a:cubicBezTo>
                  <a:cubicBezTo>
                    <a:pt x="65" y="38"/>
                    <a:pt x="41" y="47"/>
                    <a:pt x="19" y="60"/>
                  </a:cubicBezTo>
                  <a:cubicBezTo>
                    <a:pt x="29" y="51"/>
                    <a:pt x="40" y="44"/>
                    <a:pt x="51" y="39"/>
                  </a:cubicBezTo>
                  <a:cubicBezTo>
                    <a:pt x="63" y="34"/>
                    <a:pt x="76" y="31"/>
                    <a:pt x="89" y="31"/>
                  </a:cubicBezTo>
                  <a:cubicBezTo>
                    <a:pt x="102" y="31"/>
                    <a:pt x="114" y="34"/>
                    <a:pt x="126" y="40"/>
                  </a:cubicBezTo>
                  <a:cubicBezTo>
                    <a:pt x="138" y="46"/>
                    <a:pt x="148" y="54"/>
                    <a:pt x="157" y="65"/>
                  </a:cubicBezTo>
                  <a:cubicBezTo>
                    <a:pt x="147" y="56"/>
                    <a:pt x="136" y="50"/>
                    <a:pt x="124" y="45"/>
                  </a:cubicBezTo>
                  <a:close/>
                  <a:moveTo>
                    <a:pt x="253" y="38"/>
                  </a:moveTo>
                  <a:cubicBezTo>
                    <a:pt x="241" y="38"/>
                    <a:pt x="229" y="41"/>
                    <a:pt x="218" y="45"/>
                  </a:cubicBezTo>
                  <a:cubicBezTo>
                    <a:pt x="207" y="50"/>
                    <a:pt x="195" y="56"/>
                    <a:pt x="186" y="65"/>
                  </a:cubicBezTo>
                  <a:cubicBezTo>
                    <a:pt x="194" y="54"/>
                    <a:pt x="205" y="46"/>
                    <a:pt x="216" y="40"/>
                  </a:cubicBezTo>
                  <a:cubicBezTo>
                    <a:pt x="228" y="34"/>
                    <a:pt x="241" y="31"/>
                    <a:pt x="253" y="31"/>
                  </a:cubicBezTo>
                  <a:cubicBezTo>
                    <a:pt x="266" y="31"/>
                    <a:pt x="279" y="34"/>
                    <a:pt x="291" y="39"/>
                  </a:cubicBezTo>
                  <a:cubicBezTo>
                    <a:pt x="303" y="44"/>
                    <a:pt x="314" y="51"/>
                    <a:pt x="323" y="60"/>
                  </a:cubicBezTo>
                  <a:cubicBezTo>
                    <a:pt x="301" y="47"/>
                    <a:pt x="278" y="38"/>
                    <a:pt x="253" y="38"/>
                  </a:cubicBezTo>
                  <a:close/>
                </a:path>
              </a:pathLst>
            </a:custGeom>
            <a:grpFill/>
            <a:ln w="9525">
              <a:solidFill>
                <a:srgbClr val="2E597A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</p:grpSp>
      <p:sp>
        <p:nvSpPr>
          <p:cNvPr id="23" name="Freccia a sinistra 22">
            <a:extLst>
              <a:ext uri="{FF2B5EF4-FFF2-40B4-BE49-F238E27FC236}">
                <a16:creationId xmlns:a16="http://schemas.microsoft.com/office/drawing/2014/main" id="{4ED204ED-B6D3-9E2D-0413-CF327AEE2D74}"/>
              </a:ext>
            </a:extLst>
          </p:cNvPr>
          <p:cNvSpPr/>
          <p:nvPr/>
        </p:nvSpPr>
        <p:spPr>
          <a:xfrm rot="10800000">
            <a:off x="8499675" y="2209759"/>
            <a:ext cx="190856" cy="177932"/>
          </a:xfrm>
          <a:prstGeom prst="leftArrow">
            <a:avLst/>
          </a:prstGeom>
          <a:solidFill>
            <a:srgbClr val="2E597A"/>
          </a:solidFill>
          <a:ln w="12700" cap="flat" cmpd="sng" algn="ctr">
            <a:solidFill>
              <a:srgbClr val="2E597A"/>
            </a:solidFill>
            <a:prstDash val="solid"/>
            <a:miter lim="800000"/>
          </a:ln>
          <a:effectLst/>
        </p:spPr>
        <p:txBody>
          <a:bodyPr lIns="72000" tIns="36000" rIns="72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4" name="Freeform 213">
            <a:extLst>
              <a:ext uri="{FF2B5EF4-FFF2-40B4-BE49-F238E27FC236}">
                <a16:creationId xmlns:a16="http://schemas.microsoft.com/office/drawing/2014/main" id="{F62473F9-5E91-6D67-60FF-1864FF35E2E3}"/>
              </a:ext>
            </a:extLst>
          </p:cNvPr>
          <p:cNvSpPr>
            <a:spLocks noEditPoints="1"/>
          </p:cNvSpPr>
          <p:nvPr/>
        </p:nvSpPr>
        <p:spPr bwMode="auto">
          <a:xfrm>
            <a:off x="3690478" y="2093349"/>
            <a:ext cx="401416" cy="427726"/>
          </a:xfrm>
          <a:custGeom>
            <a:avLst/>
            <a:gdLst>
              <a:gd name="T0" fmla="*/ 212 w 220"/>
              <a:gd name="T1" fmla="*/ 136 h 230"/>
              <a:gd name="T2" fmla="*/ 201 w 220"/>
              <a:gd name="T3" fmla="*/ 0 h 230"/>
              <a:gd name="T4" fmla="*/ 182 w 220"/>
              <a:gd name="T5" fmla="*/ 0 h 230"/>
              <a:gd name="T6" fmla="*/ 172 w 220"/>
              <a:gd name="T7" fmla="*/ 136 h 230"/>
              <a:gd name="T8" fmla="*/ 161 w 220"/>
              <a:gd name="T9" fmla="*/ 136 h 230"/>
              <a:gd name="T10" fmla="*/ 122 w 220"/>
              <a:gd name="T11" fmla="*/ 115 h 230"/>
              <a:gd name="T12" fmla="*/ 122 w 220"/>
              <a:gd name="T13" fmla="*/ 136 h 230"/>
              <a:gd name="T14" fmla="*/ 83 w 220"/>
              <a:gd name="T15" fmla="*/ 115 h 230"/>
              <a:gd name="T16" fmla="*/ 83 w 220"/>
              <a:gd name="T17" fmla="*/ 138 h 230"/>
              <a:gd name="T18" fmla="*/ 40 w 220"/>
              <a:gd name="T19" fmla="*/ 115 h 230"/>
              <a:gd name="T20" fmla="*/ 40 w 220"/>
              <a:gd name="T21" fmla="*/ 137 h 230"/>
              <a:gd name="T22" fmla="*/ 0 w 220"/>
              <a:gd name="T23" fmla="*/ 115 h 230"/>
              <a:gd name="T24" fmla="*/ 0 w 220"/>
              <a:gd name="T25" fmla="*/ 230 h 230"/>
              <a:gd name="T26" fmla="*/ 220 w 220"/>
              <a:gd name="T27" fmla="*/ 230 h 230"/>
              <a:gd name="T28" fmla="*/ 220 w 220"/>
              <a:gd name="T29" fmla="*/ 136 h 230"/>
              <a:gd name="T30" fmla="*/ 212 w 220"/>
              <a:gd name="T31" fmla="*/ 136 h 230"/>
              <a:gd name="T32" fmla="*/ 62 w 220"/>
              <a:gd name="T33" fmla="*/ 199 h 230"/>
              <a:gd name="T34" fmla="*/ 18 w 220"/>
              <a:gd name="T35" fmla="*/ 199 h 230"/>
              <a:gd name="T36" fmla="*/ 18 w 220"/>
              <a:gd name="T37" fmla="*/ 184 h 230"/>
              <a:gd name="T38" fmla="*/ 62 w 220"/>
              <a:gd name="T39" fmla="*/ 184 h 230"/>
              <a:gd name="T40" fmla="*/ 62 w 220"/>
              <a:gd name="T41" fmla="*/ 199 h 230"/>
              <a:gd name="T42" fmla="*/ 62 w 220"/>
              <a:gd name="T43" fmla="*/ 178 h 230"/>
              <a:gd name="T44" fmla="*/ 18 w 220"/>
              <a:gd name="T45" fmla="*/ 178 h 230"/>
              <a:gd name="T46" fmla="*/ 18 w 220"/>
              <a:gd name="T47" fmla="*/ 167 h 230"/>
              <a:gd name="T48" fmla="*/ 62 w 220"/>
              <a:gd name="T49" fmla="*/ 167 h 230"/>
              <a:gd name="T50" fmla="*/ 62 w 220"/>
              <a:gd name="T51" fmla="*/ 178 h 230"/>
              <a:gd name="T52" fmla="*/ 107 w 220"/>
              <a:gd name="T53" fmla="*/ 199 h 230"/>
              <a:gd name="T54" fmla="*/ 67 w 220"/>
              <a:gd name="T55" fmla="*/ 199 h 230"/>
              <a:gd name="T56" fmla="*/ 67 w 220"/>
              <a:gd name="T57" fmla="*/ 184 h 230"/>
              <a:gd name="T58" fmla="*/ 107 w 220"/>
              <a:gd name="T59" fmla="*/ 184 h 230"/>
              <a:gd name="T60" fmla="*/ 107 w 220"/>
              <a:gd name="T61" fmla="*/ 199 h 230"/>
              <a:gd name="T62" fmla="*/ 107 w 220"/>
              <a:gd name="T63" fmla="*/ 178 h 230"/>
              <a:gd name="T64" fmla="*/ 67 w 220"/>
              <a:gd name="T65" fmla="*/ 178 h 230"/>
              <a:gd name="T66" fmla="*/ 67 w 220"/>
              <a:gd name="T67" fmla="*/ 167 h 230"/>
              <a:gd name="T68" fmla="*/ 107 w 220"/>
              <a:gd name="T69" fmla="*/ 167 h 230"/>
              <a:gd name="T70" fmla="*/ 107 w 220"/>
              <a:gd name="T71" fmla="*/ 178 h 230"/>
              <a:gd name="T72" fmla="*/ 154 w 220"/>
              <a:gd name="T73" fmla="*/ 199 h 230"/>
              <a:gd name="T74" fmla="*/ 111 w 220"/>
              <a:gd name="T75" fmla="*/ 199 h 230"/>
              <a:gd name="T76" fmla="*/ 111 w 220"/>
              <a:gd name="T77" fmla="*/ 184 h 230"/>
              <a:gd name="T78" fmla="*/ 154 w 220"/>
              <a:gd name="T79" fmla="*/ 184 h 230"/>
              <a:gd name="T80" fmla="*/ 154 w 220"/>
              <a:gd name="T81" fmla="*/ 199 h 230"/>
              <a:gd name="T82" fmla="*/ 154 w 220"/>
              <a:gd name="T83" fmla="*/ 178 h 230"/>
              <a:gd name="T84" fmla="*/ 111 w 220"/>
              <a:gd name="T85" fmla="*/ 178 h 230"/>
              <a:gd name="T86" fmla="*/ 111 w 220"/>
              <a:gd name="T87" fmla="*/ 167 h 230"/>
              <a:gd name="T88" fmla="*/ 154 w 220"/>
              <a:gd name="T89" fmla="*/ 167 h 230"/>
              <a:gd name="T90" fmla="*/ 154 w 220"/>
              <a:gd name="T91" fmla="*/ 178 h 230"/>
              <a:gd name="T92" fmla="*/ 200 w 220"/>
              <a:gd name="T93" fmla="*/ 199 h 230"/>
              <a:gd name="T94" fmla="*/ 159 w 220"/>
              <a:gd name="T95" fmla="*/ 199 h 230"/>
              <a:gd name="T96" fmla="*/ 159 w 220"/>
              <a:gd name="T97" fmla="*/ 184 h 230"/>
              <a:gd name="T98" fmla="*/ 200 w 220"/>
              <a:gd name="T99" fmla="*/ 184 h 230"/>
              <a:gd name="T100" fmla="*/ 200 w 220"/>
              <a:gd name="T101" fmla="*/ 199 h 230"/>
              <a:gd name="T102" fmla="*/ 200 w 220"/>
              <a:gd name="T103" fmla="*/ 178 h 230"/>
              <a:gd name="T104" fmla="*/ 159 w 220"/>
              <a:gd name="T105" fmla="*/ 178 h 230"/>
              <a:gd name="T106" fmla="*/ 159 w 220"/>
              <a:gd name="T107" fmla="*/ 167 h 230"/>
              <a:gd name="T108" fmla="*/ 200 w 220"/>
              <a:gd name="T109" fmla="*/ 167 h 230"/>
              <a:gd name="T110" fmla="*/ 200 w 220"/>
              <a:gd name="T111" fmla="*/ 178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20" h="230">
                <a:moveTo>
                  <a:pt x="212" y="136"/>
                </a:moveTo>
                <a:lnTo>
                  <a:pt x="201" y="0"/>
                </a:lnTo>
                <a:lnTo>
                  <a:pt x="182" y="0"/>
                </a:lnTo>
                <a:lnTo>
                  <a:pt x="172" y="136"/>
                </a:lnTo>
                <a:lnTo>
                  <a:pt x="161" y="136"/>
                </a:lnTo>
                <a:lnTo>
                  <a:pt x="122" y="115"/>
                </a:lnTo>
                <a:lnTo>
                  <a:pt x="122" y="136"/>
                </a:lnTo>
                <a:lnTo>
                  <a:pt x="83" y="115"/>
                </a:lnTo>
                <a:lnTo>
                  <a:pt x="83" y="138"/>
                </a:lnTo>
                <a:lnTo>
                  <a:pt x="40" y="115"/>
                </a:lnTo>
                <a:lnTo>
                  <a:pt x="40" y="137"/>
                </a:lnTo>
                <a:lnTo>
                  <a:pt x="0" y="115"/>
                </a:lnTo>
                <a:lnTo>
                  <a:pt x="0" y="230"/>
                </a:lnTo>
                <a:lnTo>
                  <a:pt x="220" y="230"/>
                </a:lnTo>
                <a:lnTo>
                  <a:pt x="220" y="136"/>
                </a:lnTo>
                <a:lnTo>
                  <a:pt x="212" y="136"/>
                </a:lnTo>
                <a:close/>
                <a:moveTo>
                  <a:pt x="62" y="199"/>
                </a:moveTo>
                <a:lnTo>
                  <a:pt x="18" y="199"/>
                </a:lnTo>
                <a:lnTo>
                  <a:pt x="18" y="184"/>
                </a:lnTo>
                <a:lnTo>
                  <a:pt x="62" y="184"/>
                </a:lnTo>
                <a:lnTo>
                  <a:pt x="62" y="199"/>
                </a:lnTo>
                <a:close/>
                <a:moveTo>
                  <a:pt x="62" y="178"/>
                </a:moveTo>
                <a:lnTo>
                  <a:pt x="18" y="178"/>
                </a:lnTo>
                <a:lnTo>
                  <a:pt x="18" y="167"/>
                </a:lnTo>
                <a:lnTo>
                  <a:pt x="62" y="167"/>
                </a:lnTo>
                <a:lnTo>
                  <a:pt x="62" y="178"/>
                </a:lnTo>
                <a:close/>
                <a:moveTo>
                  <a:pt x="107" y="199"/>
                </a:moveTo>
                <a:lnTo>
                  <a:pt x="67" y="199"/>
                </a:lnTo>
                <a:lnTo>
                  <a:pt x="67" y="184"/>
                </a:lnTo>
                <a:lnTo>
                  <a:pt x="107" y="184"/>
                </a:lnTo>
                <a:lnTo>
                  <a:pt x="107" y="199"/>
                </a:lnTo>
                <a:close/>
                <a:moveTo>
                  <a:pt x="107" y="178"/>
                </a:moveTo>
                <a:lnTo>
                  <a:pt x="67" y="178"/>
                </a:lnTo>
                <a:lnTo>
                  <a:pt x="67" y="167"/>
                </a:lnTo>
                <a:lnTo>
                  <a:pt x="107" y="167"/>
                </a:lnTo>
                <a:lnTo>
                  <a:pt x="107" y="178"/>
                </a:lnTo>
                <a:close/>
                <a:moveTo>
                  <a:pt x="154" y="199"/>
                </a:moveTo>
                <a:lnTo>
                  <a:pt x="111" y="199"/>
                </a:lnTo>
                <a:lnTo>
                  <a:pt x="111" y="184"/>
                </a:lnTo>
                <a:lnTo>
                  <a:pt x="154" y="184"/>
                </a:lnTo>
                <a:lnTo>
                  <a:pt x="154" y="199"/>
                </a:lnTo>
                <a:close/>
                <a:moveTo>
                  <a:pt x="154" y="178"/>
                </a:moveTo>
                <a:lnTo>
                  <a:pt x="111" y="178"/>
                </a:lnTo>
                <a:lnTo>
                  <a:pt x="111" y="167"/>
                </a:lnTo>
                <a:lnTo>
                  <a:pt x="154" y="167"/>
                </a:lnTo>
                <a:lnTo>
                  <a:pt x="154" y="178"/>
                </a:lnTo>
                <a:close/>
                <a:moveTo>
                  <a:pt x="200" y="199"/>
                </a:moveTo>
                <a:lnTo>
                  <a:pt x="159" y="199"/>
                </a:lnTo>
                <a:lnTo>
                  <a:pt x="159" y="184"/>
                </a:lnTo>
                <a:lnTo>
                  <a:pt x="200" y="184"/>
                </a:lnTo>
                <a:lnTo>
                  <a:pt x="200" y="199"/>
                </a:lnTo>
                <a:close/>
                <a:moveTo>
                  <a:pt x="200" y="178"/>
                </a:moveTo>
                <a:lnTo>
                  <a:pt x="159" y="178"/>
                </a:lnTo>
                <a:lnTo>
                  <a:pt x="159" y="167"/>
                </a:lnTo>
                <a:lnTo>
                  <a:pt x="200" y="167"/>
                </a:lnTo>
                <a:lnTo>
                  <a:pt x="200" y="178"/>
                </a:lnTo>
                <a:close/>
              </a:path>
            </a:pathLst>
          </a:custGeom>
          <a:solidFill>
            <a:srgbClr val="ADB9CA"/>
          </a:solidFill>
          <a:ln w="9525">
            <a:solidFill>
              <a:srgbClr val="ADB9CA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7073FB53-C56F-B28F-B15A-CA08461EE739}"/>
              </a:ext>
            </a:extLst>
          </p:cNvPr>
          <p:cNvGrpSpPr/>
          <p:nvPr/>
        </p:nvGrpSpPr>
        <p:grpSpPr>
          <a:xfrm>
            <a:off x="2913630" y="2087769"/>
            <a:ext cx="511448" cy="438887"/>
            <a:chOff x="5851525" y="952500"/>
            <a:chExt cx="368301" cy="330200"/>
          </a:xfrm>
          <a:solidFill>
            <a:srgbClr val="ADB9CA"/>
          </a:solidFill>
        </p:grpSpPr>
        <p:sp>
          <p:nvSpPr>
            <p:cNvPr id="26" name="Freeform 533">
              <a:extLst>
                <a:ext uri="{FF2B5EF4-FFF2-40B4-BE49-F238E27FC236}">
                  <a16:creationId xmlns:a16="http://schemas.microsoft.com/office/drawing/2014/main" id="{D1AD6DD9-2A4A-34F2-01F4-221DC757E7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51525" y="952500"/>
              <a:ext cx="330200" cy="330200"/>
            </a:xfrm>
            <a:custGeom>
              <a:avLst/>
              <a:gdLst>
                <a:gd name="T0" fmla="*/ 128 w 395"/>
                <a:gd name="T1" fmla="*/ 364 h 396"/>
                <a:gd name="T2" fmla="*/ 18 w 395"/>
                <a:gd name="T3" fmla="*/ 198 h 396"/>
                <a:gd name="T4" fmla="*/ 24 w 395"/>
                <a:gd name="T5" fmla="*/ 194 h 396"/>
                <a:gd name="T6" fmla="*/ 62 w 395"/>
                <a:gd name="T7" fmla="*/ 226 h 396"/>
                <a:gd name="T8" fmla="*/ 70 w 395"/>
                <a:gd name="T9" fmla="*/ 268 h 396"/>
                <a:gd name="T10" fmla="*/ 98 w 395"/>
                <a:gd name="T11" fmla="*/ 292 h 396"/>
                <a:gd name="T12" fmla="*/ 131 w 395"/>
                <a:gd name="T13" fmla="*/ 345 h 396"/>
                <a:gd name="T14" fmla="*/ 144 w 395"/>
                <a:gd name="T15" fmla="*/ 342 h 396"/>
                <a:gd name="T16" fmla="*/ 148 w 395"/>
                <a:gd name="T17" fmla="*/ 316 h 396"/>
                <a:gd name="T18" fmla="*/ 165 w 395"/>
                <a:gd name="T19" fmla="*/ 300 h 396"/>
                <a:gd name="T20" fmla="*/ 153 w 395"/>
                <a:gd name="T21" fmla="*/ 272 h 396"/>
                <a:gd name="T22" fmla="*/ 114 w 395"/>
                <a:gd name="T23" fmla="*/ 269 h 396"/>
                <a:gd name="T24" fmla="*/ 108 w 395"/>
                <a:gd name="T25" fmla="*/ 219 h 396"/>
                <a:gd name="T26" fmla="*/ 77 w 395"/>
                <a:gd name="T27" fmla="*/ 208 h 396"/>
                <a:gd name="T28" fmla="*/ 54 w 395"/>
                <a:gd name="T29" fmla="*/ 208 h 396"/>
                <a:gd name="T30" fmla="*/ 46 w 395"/>
                <a:gd name="T31" fmla="*/ 183 h 396"/>
                <a:gd name="T32" fmla="*/ 39 w 395"/>
                <a:gd name="T33" fmla="*/ 158 h 396"/>
                <a:gd name="T34" fmla="*/ 72 w 395"/>
                <a:gd name="T35" fmla="*/ 188 h 396"/>
                <a:gd name="T36" fmla="*/ 72 w 395"/>
                <a:gd name="T37" fmla="*/ 180 h 396"/>
                <a:gd name="T38" fmla="*/ 78 w 395"/>
                <a:gd name="T39" fmla="*/ 137 h 396"/>
                <a:gd name="T40" fmla="*/ 127 w 395"/>
                <a:gd name="T41" fmla="*/ 108 h 396"/>
                <a:gd name="T42" fmla="*/ 152 w 395"/>
                <a:gd name="T43" fmla="*/ 73 h 396"/>
                <a:gd name="T44" fmla="*/ 183 w 395"/>
                <a:gd name="T45" fmla="*/ 83 h 396"/>
                <a:gd name="T46" fmla="*/ 234 w 395"/>
                <a:gd name="T47" fmla="*/ 83 h 396"/>
                <a:gd name="T48" fmla="*/ 248 w 395"/>
                <a:gd name="T49" fmla="*/ 109 h 396"/>
                <a:gd name="T50" fmla="*/ 273 w 395"/>
                <a:gd name="T51" fmla="*/ 122 h 396"/>
                <a:gd name="T52" fmla="*/ 297 w 395"/>
                <a:gd name="T53" fmla="*/ 113 h 396"/>
                <a:gd name="T54" fmla="*/ 330 w 395"/>
                <a:gd name="T55" fmla="*/ 130 h 396"/>
                <a:gd name="T56" fmla="*/ 336 w 395"/>
                <a:gd name="T57" fmla="*/ 153 h 396"/>
                <a:gd name="T58" fmla="*/ 299 w 395"/>
                <a:gd name="T59" fmla="*/ 135 h 396"/>
                <a:gd name="T60" fmla="*/ 242 w 395"/>
                <a:gd name="T61" fmla="*/ 167 h 396"/>
                <a:gd name="T62" fmla="*/ 271 w 395"/>
                <a:gd name="T63" fmla="*/ 200 h 396"/>
                <a:gd name="T64" fmla="*/ 395 w 395"/>
                <a:gd name="T65" fmla="*/ 188 h 396"/>
                <a:gd name="T66" fmla="*/ 275 w 395"/>
                <a:gd name="T67" fmla="*/ 16 h 396"/>
                <a:gd name="T68" fmla="*/ 58 w 395"/>
                <a:gd name="T69" fmla="*/ 58 h 396"/>
                <a:gd name="T70" fmla="*/ 16 w 395"/>
                <a:gd name="T71" fmla="*/ 275 h 396"/>
                <a:gd name="T72" fmla="*/ 198 w 395"/>
                <a:gd name="T73" fmla="*/ 396 h 396"/>
                <a:gd name="T74" fmla="*/ 268 w 395"/>
                <a:gd name="T75" fmla="*/ 32 h 396"/>
                <a:gd name="T76" fmla="*/ 253 w 395"/>
                <a:gd name="T77" fmla="*/ 52 h 396"/>
                <a:gd name="T78" fmla="*/ 220 w 395"/>
                <a:gd name="T79" fmla="*/ 28 h 396"/>
                <a:gd name="T80" fmla="*/ 268 w 395"/>
                <a:gd name="T81" fmla="*/ 32 h 396"/>
                <a:gd name="T82" fmla="*/ 128 w 395"/>
                <a:gd name="T83" fmla="*/ 32 h 396"/>
                <a:gd name="T84" fmla="*/ 164 w 395"/>
                <a:gd name="T85" fmla="*/ 33 h 396"/>
                <a:gd name="T86" fmla="*/ 134 w 395"/>
                <a:gd name="T87" fmla="*/ 65 h 396"/>
                <a:gd name="T88" fmla="*/ 118 w 395"/>
                <a:gd name="T89" fmla="*/ 50 h 396"/>
                <a:gd name="T90" fmla="*/ 87 w 395"/>
                <a:gd name="T91" fmla="*/ 84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95" h="396">
                  <a:moveTo>
                    <a:pt x="246" y="372"/>
                  </a:moveTo>
                  <a:cubicBezTo>
                    <a:pt x="230" y="376"/>
                    <a:pt x="214" y="379"/>
                    <a:pt x="198" y="379"/>
                  </a:cubicBezTo>
                  <a:cubicBezTo>
                    <a:pt x="174" y="379"/>
                    <a:pt x="150" y="374"/>
                    <a:pt x="128" y="364"/>
                  </a:cubicBezTo>
                  <a:cubicBezTo>
                    <a:pt x="106" y="355"/>
                    <a:pt x="87" y="342"/>
                    <a:pt x="70" y="326"/>
                  </a:cubicBezTo>
                  <a:cubicBezTo>
                    <a:pt x="54" y="309"/>
                    <a:pt x="41" y="290"/>
                    <a:pt x="32" y="268"/>
                  </a:cubicBezTo>
                  <a:cubicBezTo>
                    <a:pt x="22" y="246"/>
                    <a:pt x="18" y="222"/>
                    <a:pt x="18" y="198"/>
                  </a:cubicBezTo>
                  <a:cubicBezTo>
                    <a:pt x="18" y="188"/>
                    <a:pt x="18" y="178"/>
                    <a:pt x="20" y="168"/>
                  </a:cubicBezTo>
                  <a:cubicBezTo>
                    <a:pt x="24" y="174"/>
                    <a:pt x="24" y="174"/>
                    <a:pt x="24" y="174"/>
                  </a:cubicBezTo>
                  <a:cubicBezTo>
                    <a:pt x="24" y="194"/>
                    <a:pt x="24" y="194"/>
                    <a:pt x="24" y="194"/>
                  </a:cubicBezTo>
                  <a:cubicBezTo>
                    <a:pt x="38" y="205"/>
                    <a:pt x="38" y="205"/>
                    <a:pt x="38" y="205"/>
                  </a:cubicBezTo>
                  <a:cubicBezTo>
                    <a:pt x="50" y="217"/>
                    <a:pt x="50" y="217"/>
                    <a:pt x="50" y="217"/>
                  </a:cubicBezTo>
                  <a:cubicBezTo>
                    <a:pt x="62" y="226"/>
                    <a:pt x="62" y="226"/>
                    <a:pt x="62" y="226"/>
                  </a:cubicBezTo>
                  <a:cubicBezTo>
                    <a:pt x="70" y="233"/>
                    <a:pt x="70" y="233"/>
                    <a:pt x="70" y="233"/>
                  </a:cubicBezTo>
                  <a:cubicBezTo>
                    <a:pt x="66" y="255"/>
                    <a:pt x="66" y="255"/>
                    <a:pt x="66" y="255"/>
                  </a:cubicBezTo>
                  <a:cubicBezTo>
                    <a:pt x="70" y="268"/>
                    <a:pt x="70" y="268"/>
                    <a:pt x="70" y="268"/>
                  </a:cubicBezTo>
                  <a:cubicBezTo>
                    <a:pt x="84" y="275"/>
                    <a:pt x="84" y="275"/>
                    <a:pt x="84" y="275"/>
                  </a:cubicBezTo>
                  <a:cubicBezTo>
                    <a:pt x="89" y="286"/>
                    <a:pt x="89" y="286"/>
                    <a:pt x="89" y="286"/>
                  </a:cubicBezTo>
                  <a:cubicBezTo>
                    <a:pt x="98" y="292"/>
                    <a:pt x="98" y="292"/>
                    <a:pt x="98" y="292"/>
                  </a:cubicBezTo>
                  <a:cubicBezTo>
                    <a:pt x="106" y="306"/>
                    <a:pt x="106" y="306"/>
                    <a:pt x="106" y="306"/>
                  </a:cubicBezTo>
                  <a:cubicBezTo>
                    <a:pt x="111" y="327"/>
                    <a:pt x="111" y="327"/>
                    <a:pt x="111" y="327"/>
                  </a:cubicBezTo>
                  <a:cubicBezTo>
                    <a:pt x="131" y="345"/>
                    <a:pt x="131" y="345"/>
                    <a:pt x="131" y="345"/>
                  </a:cubicBezTo>
                  <a:cubicBezTo>
                    <a:pt x="158" y="361"/>
                    <a:pt x="158" y="361"/>
                    <a:pt x="158" y="361"/>
                  </a:cubicBezTo>
                  <a:cubicBezTo>
                    <a:pt x="158" y="352"/>
                    <a:pt x="158" y="352"/>
                    <a:pt x="158" y="352"/>
                  </a:cubicBezTo>
                  <a:cubicBezTo>
                    <a:pt x="144" y="342"/>
                    <a:pt x="144" y="342"/>
                    <a:pt x="144" y="342"/>
                  </a:cubicBezTo>
                  <a:cubicBezTo>
                    <a:pt x="141" y="330"/>
                    <a:pt x="141" y="330"/>
                    <a:pt x="141" y="330"/>
                  </a:cubicBezTo>
                  <a:cubicBezTo>
                    <a:pt x="147" y="324"/>
                    <a:pt x="147" y="324"/>
                    <a:pt x="147" y="324"/>
                  </a:cubicBezTo>
                  <a:cubicBezTo>
                    <a:pt x="148" y="316"/>
                    <a:pt x="148" y="316"/>
                    <a:pt x="148" y="316"/>
                  </a:cubicBezTo>
                  <a:cubicBezTo>
                    <a:pt x="154" y="313"/>
                    <a:pt x="154" y="313"/>
                    <a:pt x="154" y="313"/>
                  </a:cubicBezTo>
                  <a:cubicBezTo>
                    <a:pt x="152" y="298"/>
                    <a:pt x="152" y="298"/>
                    <a:pt x="152" y="298"/>
                  </a:cubicBezTo>
                  <a:cubicBezTo>
                    <a:pt x="165" y="300"/>
                    <a:pt x="165" y="300"/>
                    <a:pt x="165" y="300"/>
                  </a:cubicBezTo>
                  <a:cubicBezTo>
                    <a:pt x="169" y="283"/>
                    <a:pt x="169" y="283"/>
                    <a:pt x="169" y="283"/>
                  </a:cubicBezTo>
                  <a:cubicBezTo>
                    <a:pt x="168" y="283"/>
                    <a:pt x="168" y="283"/>
                    <a:pt x="168" y="283"/>
                  </a:cubicBezTo>
                  <a:cubicBezTo>
                    <a:pt x="162" y="277"/>
                    <a:pt x="158" y="273"/>
                    <a:pt x="153" y="272"/>
                  </a:cubicBezTo>
                  <a:cubicBezTo>
                    <a:pt x="147" y="270"/>
                    <a:pt x="141" y="269"/>
                    <a:pt x="135" y="269"/>
                  </a:cubicBezTo>
                  <a:cubicBezTo>
                    <a:pt x="133" y="269"/>
                    <a:pt x="132" y="269"/>
                    <a:pt x="130" y="269"/>
                  </a:cubicBezTo>
                  <a:cubicBezTo>
                    <a:pt x="124" y="270"/>
                    <a:pt x="120" y="271"/>
                    <a:pt x="114" y="269"/>
                  </a:cubicBezTo>
                  <a:cubicBezTo>
                    <a:pt x="85" y="272"/>
                    <a:pt x="85" y="272"/>
                    <a:pt x="85" y="272"/>
                  </a:cubicBezTo>
                  <a:cubicBezTo>
                    <a:pt x="85" y="265"/>
                    <a:pt x="87" y="255"/>
                    <a:pt x="89" y="250"/>
                  </a:cubicBezTo>
                  <a:cubicBezTo>
                    <a:pt x="91" y="246"/>
                    <a:pt x="95" y="235"/>
                    <a:pt x="108" y="219"/>
                  </a:cubicBezTo>
                  <a:cubicBezTo>
                    <a:pt x="102" y="220"/>
                    <a:pt x="102" y="220"/>
                    <a:pt x="102" y="220"/>
                  </a:cubicBezTo>
                  <a:cubicBezTo>
                    <a:pt x="89" y="212"/>
                    <a:pt x="89" y="212"/>
                    <a:pt x="89" y="212"/>
                  </a:cubicBezTo>
                  <a:cubicBezTo>
                    <a:pt x="77" y="208"/>
                    <a:pt x="77" y="208"/>
                    <a:pt x="77" y="208"/>
                  </a:cubicBezTo>
                  <a:cubicBezTo>
                    <a:pt x="69" y="210"/>
                    <a:pt x="69" y="210"/>
                    <a:pt x="69" y="210"/>
                  </a:cubicBezTo>
                  <a:cubicBezTo>
                    <a:pt x="60" y="215"/>
                    <a:pt x="60" y="215"/>
                    <a:pt x="60" y="215"/>
                  </a:cubicBezTo>
                  <a:cubicBezTo>
                    <a:pt x="54" y="208"/>
                    <a:pt x="54" y="208"/>
                    <a:pt x="54" y="208"/>
                  </a:cubicBezTo>
                  <a:cubicBezTo>
                    <a:pt x="53" y="200"/>
                    <a:pt x="53" y="200"/>
                    <a:pt x="53" y="200"/>
                  </a:cubicBezTo>
                  <a:cubicBezTo>
                    <a:pt x="46" y="193"/>
                    <a:pt x="46" y="193"/>
                    <a:pt x="46" y="193"/>
                  </a:cubicBezTo>
                  <a:cubicBezTo>
                    <a:pt x="46" y="183"/>
                    <a:pt x="46" y="183"/>
                    <a:pt x="46" y="183"/>
                  </a:cubicBezTo>
                  <a:cubicBezTo>
                    <a:pt x="38" y="180"/>
                    <a:pt x="38" y="180"/>
                    <a:pt x="38" y="180"/>
                  </a:cubicBezTo>
                  <a:cubicBezTo>
                    <a:pt x="33" y="165"/>
                    <a:pt x="33" y="165"/>
                    <a:pt x="33" y="165"/>
                  </a:cubicBezTo>
                  <a:cubicBezTo>
                    <a:pt x="39" y="158"/>
                    <a:pt x="39" y="158"/>
                    <a:pt x="39" y="158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8" y="183"/>
                    <a:pt x="58" y="183"/>
                    <a:pt x="58" y="183"/>
                  </a:cubicBezTo>
                  <a:cubicBezTo>
                    <a:pt x="72" y="188"/>
                    <a:pt x="72" y="188"/>
                    <a:pt x="72" y="188"/>
                  </a:cubicBezTo>
                  <a:cubicBezTo>
                    <a:pt x="89" y="190"/>
                    <a:pt x="89" y="190"/>
                    <a:pt x="89" y="190"/>
                  </a:cubicBezTo>
                  <a:cubicBezTo>
                    <a:pt x="92" y="179"/>
                    <a:pt x="92" y="179"/>
                    <a:pt x="92" y="179"/>
                  </a:cubicBezTo>
                  <a:cubicBezTo>
                    <a:pt x="72" y="180"/>
                    <a:pt x="72" y="180"/>
                    <a:pt x="72" y="180"/>
                  </a:cubicBezTo>
                  <a:cubicBezTo>
                    <a:pt x="71" y="172"/>
                    <a:pt x="71" y="172"/>
                    <a:pt x="71" y="172"/>
                  </a:cubicBezTo>
                  <a:cubicBezTo>
                    <a:pt x="68" y="148"/>
                    <a:pt x="68" y="148"/>
                    <a:pt x="68" y="148"/>
                  </a:cubicBezTo>
                  <a:cubicBezTo>
                    <a:pt x="78" y="137"/>
                    <a:pt x="78" y="137"/>
                    <a:pt x="78" y="137"/>
                  </a:cubicBezTo>
                  <a:cubicBezTo>
                    <a:pt x="99" y="120"/>
                    <a:pt x="99" y="120"/>
                    <a:pt x="99" y="12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27" y="108"/>
                    <a:pt x="127" y="108"/>
                    <a:pt x="127" y="108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51" y="89"/>
                    <a:pt x="151" y="89"/>
                    <a:pt x="151" y="89"/>
                  </a:cubicBezTo>
                  <a:cubicBezTo>
                    <a:pt x="152" y="73"/>
                    <a:pt x="152" y="73"/>
                    <a:pt x="152" y="73"/>
                  </a:cubicBezTo>
                  <a:cubicBezTo>
                    <a:pt x="161" y="63"/>
                    <a:pt x="161" y="63"/>
                    <a:pt x="161" y="63"/>
                  </a:cubicBezTo>
                  <a:cubicBezTo>
                    <a:pt x="179" y="65"/>
                    <a:pt x="179" y="65"/>
                    <a:pt x="179" y="65"/>
                  </a:cubicBezTo>
                  <a:cubicBezTo>
                    <a:pt x="183" y="83"/>
                    <a:pt x="183" y="83"/>
                    <a:pt x="183" y="83"/>
                  </a:cubicBezTo>
                  <a:cubicBezTo>
                    <a:pt x="209" y="88"/>
                    <a:pt x="209" y="88"/>
                    <a:pt x="209" y="88"/>
                  </a:cubicBezTo>
                  <a:cubicBezTo>
                    <a:pt x="225" y="88"/>
                    <a:pt x="225" y="88"/>
                    <a:pt x="225" y="88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56" y="87"/>
                    <a:pt x="256" y="87"/>
                    <a:pt x="256" y="87"/>
                  </a:cubicBezTo>
                  <a:cubicBezTo>
                    <a:pt x="266" y="98"/>
                    <a:pt x="266" y="98"/>
                    <a:pt x="266" y="98"/>
                  </a:cubicBezTo>
                  <a:cubicBezTo>
                    <a:pt x="248" y="109"/>
                    <a:pt x="248" y="109"/>
                    <a:pt x="248" y="109"/>
                  </a:cubicBezTo>
                  <a:cubicBezTo>
                    <a:pt x="248" y="124"/>
                    <a:pt x="248" y="124"/>
                    <a:pt x="248" y="124"/>
                  </a:cubicBezTo>
                  <a:cubicBezTo>
                    <a:pt x="262" y="130"/>
                    <a:pt x="262" y="130"/>
                    <a:pt x="262" y="130"/>
                  </a:cubicBezTo>
                  <a:cubicBezTo>
                    <a:pt x="273" y="122"/>
                    <a:pt x="273" y="122"/>
                    <a:pt x="273" y="122"/>
                  </a:cubicBezTo>
                  <a:cubicBezTo>
                    <a:pt x="279" y="114"/>
                    <a:pt x="279" y="114"/>
                    <a:pt x="279" y="114"/>
                  </a:cubicBezTo>
                  <a:cubicBezTo>
                    <a:pt x="289" y="109"/>
                    <a:pt x="289" y="109"/>
                    <a:pt x="289" y="109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308" y="116"/>
                    <a:pt x="308" y="116"/>
                    <a:pt x="308" y="116"/>
                  </a:cubicBezTo>
                  <a:cubicBezTo>
                    <a:pt x="320" y="128"/>
                    <a:pt x="320" y="128"/>
                    <a:pt x="320" y="128"/>
                  </a:cubicBezTo>
                  <a:cubicBezTo>
                    <a:pt x="330" y="130"/>
                    <a:pt x="330" y="130"/>
                    <a:pt x="330" y="130"/>
                  </a:cubicBezTo>
                  <a:cubicBezTo>
                    <a:pt x="344" y="140"/>
                    <a:pt x="344" y="140"/>
                    <a:pt x="344" y="140"/>
                  </a:cubicBezTo>
                  <a:cubicBezTo>
                    <a:pt x="346" y="149"/>
                    <a:pt x="346" y="149"/>
                    <a:pt x="346" y="149"/>
                  </a:cubicBezTo>
                  <a:cubicBezTo>
                    <a:pt x="336" y="153"/>
                    <a:pt x="336" y="153"/>
                    <a:pt x="336" y="153"/>
                  </a:cubicBezTo>
                  <a:cubicBezTo>
                    <a:pt x="315" y="151"/>
                    <a:pt x="315" y="151"/>
                    <a:pt x="315" y="151"/>
                  </a:cubicBezTo>
                  <a:cubicBezTo>
                    <a:pt x="300" y="143"/>
                    <a:pt x="300" y="143"/>
                    <a:pt x="300" y="143"/>
                  </a:cubicBezTo>
                  <a:cubicBezTo>
                    <a:pt x="299" y="135"/>
                    <a:pt x="299" y="135"/>
                    <a:pt x="299" y="135"/>
                  </a:cubicBezTo>
                  <a:cubicBezTo>
                    <a:pt x="283" y="137"/>
                    <a:pt x="283" y="137"/>
                    <a:pt x="283" y="137"/>
                  </a:cubicBezTo>
                  <a:cubicBezTo>
                    <a:pt x="253" y="148"/>
                    <a:pt x="253" y="148"/>
                    <a:pt x="253" y="148"/>
                  </a:cubicBezTo>
                  <a:cubicBezTo>
                    <a:pt x="242" y="167"/>
                    <a:pt x="242" y="167"/>
                    <a:pt x="242" y="167"/>
                  </a:cubicBezTo>
                  <a:cubicBezTo>
                    <a:pt x="229" y="173"/>
                    <a:pt x="229" y="173"/>
                    <a:pt x="229" y="173"/>
                  </a:cubicBezTo>
                  <a:cubicBezTo>
                    <a:pt x="228" y="177"/>
                    <a:pt x="228" y="177"/>
                    <a:pt x="228" y="177"/>
                  </a:cubicBezTo>
                  <a:cubicBezTo>
                    <a:pt x="249" y="181"/>
                    <a:pt x="262" y="190"/>
                    <a:pt x="271" y="200"/>
                  </a:cubicBezTo>
                  <a:cubicBezTo>
                    <a:pt x="283" y="187"/>
                    <a:pt x="303" y="174"/>
                    <a:pt x="337" y="174"/>
                  </a:cubicBezTo>
                  <a:cubicBezTo>
                    <a:pt x="342" y="174"/>
                    <a:pt x="347" y="175"/>
                    <a:pt x="352" y="175"/>
                  </a:cubicBezTo>
                  <a:cubicBezTo>
                    <a:pt x="369" y="177"/>
                    <a:pt x="383" y="182"/>
                    <a:pt x="395" y="188"/>
                  </a:cubicBezTo>
                  <a:cubicBezTo>
                    <a:pt x="394" y="165"/>
                    <a:pt x="389" y="142"/>
                    <a:pt x="380" y="121"/>
                  </a:cubicBezTo>
                  <a:cubicBezTo>
                    <a:pt x="370" y="98"/>
                    <a:pt x="356" y="76"/>
                    <a:pt x="338" y="58"/>
                  </a:cubicBezTo>
                  <a:cubicBezTo>
                    <a:pt x="320" y="40"/>
                    <a:pt x="298" y="26"/>
                    <a:pt x="275" y="16"/>
                  </a:cubicBezTo>
                  <a:cubicBezTo>
                    <a:pt x="251" y="6"/>
                    <a:pt x="225" y="0"/>
                    <a:pt x="198" y="0"/>
                  </a:cubicBezTo>
                  <a:cubicBezTo>
                    <a:pt x="171" y="0"/>
                    <a:pt x="145" y="6"/>
                    <a:pt x="121" y="16"/>
                  </a:cubicBezTo>
                  <a:cubicBezTo>
                    <a:pt x="98" y="26"/>
                    <a:pt x="76" y="40"/>
                    <a:pt x="58" y="58"/>
                  </a:cubicBezTo>
                  <a:cubicBezTo>
                    <a:pt x="40" y="76"/>
                    <a:pt x="26" y="98"/>
                    <a:pt x="16" y="121"/>
                  </a:cubicBezTo>
                  <a:cubicBezTo>
                    <a:pt x="6" y="145"/>
                    <a:pt x="0" y="171"/>
                    <a:pt x="0" y="198"/>
                  </a:cubicBezTo>
                  <a:cubicBezTo>
                    <a:pt x="0" y="225"/>
                    <a:pt x="6" y="251"/>
                    <a:pt x="16" y="275"/>
                  </a:cubicBezTo>
                  <a:cubicBezTo>
                    <a:pt x="26" y="298"/>
                    <a:pt x="40" y="320"/>
                    <a:pt x="58" y="338"/>
                  </a:cubicBezTo>
                  <a:cubicBezTo>
                    <a:pt x="76" y="356"/>
                    <a:pt x="98" y="370"/>
                    <a:pt x="121" y="380"/>
                  </a:cubicBezTo>
                  <a:cubicBezTo>
                    <a:pt x="145" y="390"/>
                    <a:pt x="171" y="396"/>
                    <a:pt x="198" y="396"/>
                  </a:cubicBezTo>
                  <a:cubicBezTo>
                    <a:pt x="214" y="396"/>
                    <a:pt x="230" y="394"/>
                    <a:pt x="246" y="390"/>
                  </a:cubicBezTo>
                  <a:lnTo>
                    <a:pt x="246" y="372"/>
                  </a:lnTo>
                  <a:close/>
                  <a:moveTo>
                    <a:pt x="268" y="32"/>
                  </a:moveTo>
                  <a:cubicBezTo>
                    <a:pt x="275" y="34"/>
                    <a:pt x="281" y="37"/>
                    <a:pt x="287" y="41"/>
                  </a:cubicBezTo>
                  <a:cubicBezTo>
                    <a:pt x="270" y="52"/>
                    <a:pt x="270" y="52"/>
                    <a:pt x="270" y="52"/>
                  </a:cubicBezTo>
                  <a:cubicBezTo>
                    <a:pt x="253" y="52"/>
                    <a:pt x="253" y="52"/>
                    <a:pt x="253" y="52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15" y="40"/>
                    <a:pt x="215" y="40"/>
                    <a:pt x="215" y="40"/>
                  </a:cubicBezTo>
                  <a:cubicBezTo>
                    <a:pt x="220" y="28"/>
                    <a:pt x="220" y="28"/>
                    <a:pt x="220" y="28"/>
                  </a:cubicBezTo>
                  <a:cubicBezTo>
                    <a:pt x="210" y="23"/>
                    <a:pt x="210" y="23"/>
                    <a:pt x="210" y="23"/>
                  </a:cubicBezTo>
                  <a:cubicBezTo>
                    <a:pt x="209" y="18"/>
                    <a:pt x="209" y="18"/>
                    <a:pt x="209" y="18"/>
                  </a:cubicBezTo>
                  <a:cubicBezTo>
                    <a:pt x="230" y="19"/>
                    <a:pt x="250" y="24"/>
                    <a:pt x="268" y="32"/>
                  </a:cubicBezTo>
                  <a:close/>
                  <a:moveTo>
                    <a:pt x="98" y="58"/>
                  </a:moveTo>
                  <a:cubicBezTo>
                    <a:pt x="122" y="34"/>
                    <a:pt x="122" y="34"/>
                    <a:pt x="122" y="34"/>
                  </a:cubicBezTo>
                  <a:cubicBezTo>
                    <a:pt x="124" y="33"/>
                    <a:pt x="126" y="33"/>
                    <a:pt x="128" y="32"/>
                  </a:cubicBezTo>
                  <a:cubicBezTo>
                    <a:pt x="141" y="26"/>
                    <a:pt x="155" y="22"/>
                    <a:pt x="170" y="20"/>
                  </a:cubicBezTo>
                  <a:cubicBezTo>
                    <a:pt x="171" y="21"/>
                    <a:pt x="171" y="21"/>
                    <a:pt x="171" y="21"/>
                  </a:cubicBezTo>
                  <a:cubicBezTo>
                    <a:pt x="164" y="33"/>
                    <a:pt x="164" y="33"/>
                    <a:pt x="164" y="33"/>
                  </a:cubicBezTo>
                  <a:cubicBezTo>
                    <a:pt x="147" y="39"/>
                    <a:pt x="147" y="39"/>
                    <a:pt x="147" y="39"/>
                  </a:cubicBezTo>
                  <a:cubicBezTo>
                    <a:pt x="136" y="51"/>
                    <a:pt x="136" y="51"/>
                    <a:pt x="136" y="51"/>
                  </a:cubicBezTo>
                  <a:cubicBezTo>
                    <a:pt x="134" y="65"/>
                    <a:pt x="134" y="65"/>
                    <a:pt x="134" y="65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29" y="46"/>
                    <a:pt x="129" y="46"/>
                    <a:pt x="129" y="46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04" y="69"/>
                    <a:pt x="104" y="69"/>
                    <a:pt x="104" y="69"/>
                  </a:cubicBezTo>
                  <a:cubicBezTo>
                    <a:pt x="92" y="89"/>
                    <a:pt x="92" y="89"/>
                    <a:pt x="92" y="89"/>
                  </a:cubicBezTo>
                  <a:cubicBezTo>
                    <a:pt x="87" y="84"/>
                    <a:pt x="87" y="84"/>
                    <a:pt x="87" y="84"/>
                  </a:cubicBezTo>
                  <a:lnTo>
                    <a:pt x="98" y="58"/>
                  </a:lnTo>
                  <a:close/>
                </a:path>
              </a:pathLst>
            </a:custGeom>
            <a:grpFill/>
            <a:ln w="9525">
              <a:solidFill>
                <a:srgbClr val="ADB9CA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7" name="Freeform 534">
              <a:extLst>
                <a:ext uri="{FF2B5EF4-FFF2-40B4-BE49-F238E27FC236}">
                  <a16:creationId xmlns:a16="http://schemas.microsoft.com/office/drawing/2014/main" id="{0E33EA9B-4C4D-3A52-43F7-CE4F294DD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7588" y="1184275"/>
              <a:ext cx="69850" cy="76200"/>
            </a:xfrm>
            <a:custGeom>
              <a:avLst/>
              <a:gdLst>
                <a:gd name="T0" fmla="*/ 80 w 83"/>
                <a:gd name="T1" fmla="*/ 4 h 91"/>
                <a:gd name="T2" fmla="*/ 64 w 83"/>
                <a:gd name="T3" fmla="*/ 16 h 91"/>
                <a:gd name="T4" fmla="*/ 50 w 83"/>
                <a:gd name="T5" fmla="*/ 24 h 91"/>
                <a:gd name="T6" fmla="*/ 31 w 83"/>
                <a:gd name="T7" fmla="*/ 47 h 91"/>
                <a:gd name="T8" fmla="*/ 0 w 83"/>
                <a:gd name="T9" fmla="*/ 72 h 91"/>
                <a:gd name="T10" fmla="*/ 0 w 83"/>
                <a:gd name="T11" fmla="*/ 91 h 91"/>
                <a:gd name="T12" fmla="*/ 43 w 83"/>
                <a:gd name="T13" fmla="*/ 59 h 91"/>
                <a:gd name="T14" fmla="*/ 83 w 83"/>
                <a:gd name="T15" fmla="*/ 0 h 91"/>
                <a:gd name="T16" fmla="*/ 80 w 83"/>
                <a:gd name="T17" fmla="*/ 4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3" h="91">
                  <a:moveTo>
                    <a:pt x="80" y="4"/>
                  </a:moveTo>
                  <a:cubicBezTo>
                    <a:pt x="75" y="8"/>
                    <a:pt x="70" y="12"/>
                    <a:pt x="64" y="16"/>
                  </a:cubicBezTo>
                  <a:cubicBezTo>
                    <a:pt x="59" y="19"/>
                    <a:pt x="55" y="22"/>
                    <a:pt x="50" y="24"/>
                  </a:cubicBezTo>
                  <a:cubicBezTo>
                    <a:pt x="44" y="32"/>
                    <a:pt x="38" y="39"/>
                    <a:pt x="31" y="47"/>
                  </a:cubicBezTo>
                  <a:cubicBezTo>
                    <a:pt x="21" y="56"/>
                    <a:pt x="11" y="64"/>
                    <a:pt x="0" y="72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15" y="83"/>
                    <a:pt x="30" y="72"/>
                    <a:pt x="43" y="59"/>
                  </a:cubicBezTo>
                  <a:cubicBezTo>
                    <a:pt x="60" y="42"/>
                    <a:pt x="73" y="22"/>
                    <a:pt x="83" y="0"/>
                  </a:cubicBezTo>
                  <a:cubicBezTo>
                    <a:pt x="82" y="1"/>
                    <a:pt x="81" y="2"/>
                    <a:pt x="80" y="4"/>
                  </a:cubicBezTo>
                  <a:close/>
                </a:path>
              </a:pathLst>
            </a:custGeom>
            <a:grpFill/>
            <a:ln w="9525">
              <a:solidFill>
                <a:srgbClr val="ADB9CA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8" name="Freeform 535">
              <a:extLst>
                <a:ext uri="{FF2B5EF4-FFF2-40B4-BE49-F238E27FC236}">
                  <a16:creationId xmlns:a16="http://schemas.microsoft.com/office/drawing/2014/main" id="{D0F81DB2-6A07-FCD1-284D-164612B1DE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35663" y="1108075"/>
              <a:ext cx="284163" cy="174625"/>
            </a:xfrm>
            <a:custGeom>
              <a:avLst/>
              <a:gdLst>
                <a:gd name="T0" fmla="*/ 250 w 342"/>
                <a:gd name="T1" fmla="*/ 5 h 210"/>
                <a:gd name="T2" fmla="*/ 171 w 342"/>
                <a:gd name="T3" fmla="*/ 45 h 210"/>
                <a:gd name="T4" fmla="*/ 92 w 342"/>
                <a:gd name="T5" fmla="*/ 5 h 210"/>
                <a:gd name="T6" fmla="*/ 0 w 342"/>
                <a:gd name="T7" fmla="*/ 75 h 210"/>
                <a:gd name="T8" fmla="*/ 8 w 342"/>
                <a:gd name="T9" fmla="*/ 72 h 210"/>
                <a:gd name="T10" fmla="*/ 29 w 342"/>
                <a:gd name="T11" fmla="*/ 68 h 210"/>
                <a:gd name="T12" fmla="*/ 58 w 342"/>
                <a:gd name="T13" fmla="*/ 71 h 210"/>
                <a:gd name="T14" fmla="*/ 92 w 342"/>
                <a:gd name="T15" fmla="*/ 96 h 210"/>
                <a:gd name="T16" fmla="*/ 143 w 342"/>
                <a:gd name="T17" fmla="*/ 104 h 210"/>
                <a:gd name="T18" fmla="*/ 162 w 342"/>
                <a:gd name="T19" fmla="*/ 92 h 210"/>
                <a:gd name="T20" fmla="*/ 162 w 342"/>
                <a:gd name="T21" fmla="*/ 210 h 210"/>
                <a:gd name="T22" fmla="*/ 179 w 342"/>
                <a:gd name="T23" fmla="*/ 210 h 210"/>
                <a:gd name="T24" fmla="*/ 179 w 342"/>
                <a:gd name="T25" fmla="*/ 90 h 210"/>
                <a:gd name="T26" fmla="*/ 199 w 342"/>
                <a:gd name="T27" fmla="*/ 104 h 210"/>
                <a:gd name="T28" fmla="*/ 251 w 342"/>
                <a:gd name="T29" fmla="*/ 96 h 210"/>
                <a:gd name="T30" fmla="*/ 285 w 342"/>
                <a:gd name="T31" fmla="*/ 71 h 210"/>
                <a:gd name="T32" fmla="*/ 314 w 342"/>
                <a:gd name="T33" fmla="*/ 68 h 210"/>
                <a:gd name="T34" fmla="*/ 334 w 342"/>
                <a:gd name="T35" fmla="*/ 72 h 210"/>
                <a:gd name="T36" fmla="*/ 342 w 342"/>
                <a:gd name="T37" fmla="*/ 75 h 210"/>
                <a:gd name="T38" fmla="*/ 250 w 342"/>
                <a:gd name="T39" fmla="*/ 5 h 210"/>
                <a:gd name="T40" fmla="*/ 124 w 342"/>
                <a:gd name="T41" fmla="*/ 45 h 210"/>
                <a:gd name="T42" fmla="*/ 89 w 342"/>
                <a:gd name="T43" fmla="*/ 38 h 210"/>
                <a:gd name="T44" fmla="*/ 19 w 342"/>
                <a:gd name="T45" fmla="*/ 60 h 210"/>
                <a:gd name="T46" fmla="*/ 51 w 342"/>
                <a:gd name="T47" fmla="*/ 39 h 210"/>
                <a:gd name="T48" fmla="*/ 89 w 342"/>
                <a:gd name="T49" fmla="*/ 31 h 210"/>
                <a:gd name="T50" fmla="*/ 126 w 342"/>
                <a:gd name="T51" fmla="*/ 40 h 210"/>
                <a:gd name="T52" fmla="*/ 157 w 342"/>
                <a:gd name="T53" fmla="*/ 65 h 210"/>
                <a:gd name="T54" fmla="*/ 124 w 342"/>
                <a:gd name="T55" fmla="*/ 45 h 210"/>
                <a:gd name="T56" fmla="*/ 253 w 342"/>
                <a:gd name="T57" fmla="*/ 38 h 210"/>
                <a:gd name="T58" fmla="*/ 218 w 342"/>
                <a:gd name="T59" fmla="*/ 45 h 210"/>
                <a:gd name="T60" fmla="*/ 186 w 342"/>
                <a:gd name="T61" fmla="*/ 65 h 210"/>
                <a:gd name="T62" fmla="*/ 216 w 342"/>
                <a:gd name="T63" fmla="*/ 40 h 210"/>
                <a:gd name="T64" fmla="*/ 253 w 342"/>
                <a:gd name="T65" fmla="*/ 31 h 210"/>
                <a:gd name="T66" fmla="*/ 291 w 342"/>
                <a:gd name="T67" fmla="*/ 39 h 210"/>
                <a:gd name="T68" fmla="*/ 323 w 342"/>
                <a:gd name="T69" fmla="*/ 60 h 210"/>
                <a:gd name="T70" fmla="*/ 253 w 342"/>
                <a:gd name="T71" fmla="*/ 3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42" h="210">
                  <a:moveTo>
                    <a:pt x="250" y="5"/>
                  </a:moveTo>
                  <a:cubicBezTo>
                    <a:pt x="194" y="0"/>
                    <a:pt x="176" y="28"/>
                    <a:pt x="171" y="45"/>
                  </a:cubicBezTo>
                  <a:cubicBezTo>
                    <a:pt x="166" y="28"/>
                    <a:pt x="148" y="0"/>
                    <a:pt x="92" y="5"/>
                  </a:cubicBezTo>
                  <a:cubicBezTo>
                    <a:pt x="26" y="11"/>
                    <a:pt x="0" y="75"/>
                    <a:pt x="0" y="75"/>
                  </a:cubicBezTo>
                  <a:cubicBezTo>
                    <a:pt x="1" y="74"/>
                    <a:pt x="7" y="72"/>
                    <a:pt x="8" y="72"/>
                  </a:cubicBezTo>
                  <a:cubicBezTo>
                    <a:pt x="15" y="69"/>
                    <a:pt x="22" y="68"/>
                    <a:pt x="29" y="68"/>
                  </a:cubicBezTo>
                  <a:cubicBezTo>
                    <a:pt x="38" y="67"/>
                    <a:pt x="48" y="68"/>
                    <a:pt x="58" y="71"/>
                  </a:cubicBezTo>
                  <a:cubicBezTo>
                    <a:pt x="72" y="75"/>
                    <a:pt x="79" y="88"/>
                    <a:pt x="92" y="96"/>
                  </a:cubicBezTo>
                  <a:cubicBezTo>
                    <a:pt x="112" y="109"/>
                    <a:pt x="128" y="107"/>
                    <a:pt x="143" y="104"/>
                  </a:cubicBezTo>
                  <a:cubicBezTo>
                    <a:pt x="143" y="104"/>
                    <a:pt x="153" y="102"/>
                    <a:pt x="162" y="92"/>
                  </a:cubicBezTo>
                  <a:cubicBezTo>
                    <a:pt x="162" y="210"/>
                    <a:pt x="162" y="210"/>
                    <a:pt x="162" y="210"/>
                  </a:cubicBezTo>
                  <a:cubicBezTo>
                    <a:pt x="179" y="210"/>
                    <a:pt x="179" y="210"/>
                    <a:pt x="179" y="210"/>
                  </a:cubicBezTo>
                  <a:cubicBezTo>
                    <a:pt x="179" y="90"/>
                    <a:pt x="179" y="90"/>
                    <a:pt x="179" y="90"/>
                  </a:cubicBezTo>
                  <a:cubicBezTo>
                    <a:pt x="188" y="101"/>
                    <a:pt x="199" y="104"/>
                    <a:pt x="199" y="104"/>
                  </a:cubicBezTo>
                  <a:cubicBezTo>
                    <a:pt x="214" y="107"/>
                    <a:pt x="230" y="109"/>
                    <a:pt x="251" y="96"/>
                  </a:cubicBezTo>
                  <a:cubicBezTo>
                    <a:pt x="263" y="88"/>
                    <a:pt x="270" y="75"/>
                    <a:pt x="285" y="71"/>
                  </a:cubicBezTo>
                  <a:cubicBezTo>
                    <a:pt x="294" y="68"/>
                    <a:pt x="304" y="67"/>
                    <a:pt x="314" y="68"/>
                  </a:cubicBezTo>
                  <a:cubicBezTo>
                    <a:pt x="321" y="68"/>
                    <a:pt x="328" y="69"/>
                    <a:pt x="334" y="72"/>
                  </a:cubicBezTo>
                  <a:cubicBezTo>
                    <a:pt x="335" y="72"/>
                    <a:pt x="342" y="74"/>
                    <a:pt x="342" y="75"/>
                  </a:cubicBezTo>
                  <a:cubicBezTo>
                    <a:pt x="342" y="75"/>
                    <a:pt x="316" y="11"/>
                    <a:pt x="250" y="5"/>
                  </a:cubicBezTo>
                  <a:close/>
                  <a:moveTo>
                    <a:pt x="124" y="45"/>
                  </a:moveTo>
                  <a:cubicBezTo>
                    <a:pt x="113" y="41"/>
                    <a:pt x="101" y="38"/>
                    <a:pt x="89" y="38"/>
                  </a:cubicBezTo>
                  <a:cubicBezTo>
                    <a:pt x="65" y="38"/>
                    <a:pt x="41" y="47"/>
                    <a:pt x="19" y="60"/>
                  </a:cubicBezTo>
                  <a:cubicBezTo>
                    <a:pt x="29" y="51"/>
                    <a:pt x="40" y="44"/>
                    <a:pt x="51" y="39"/>
                  </a:cubicBezTo>
                  <a:cubicBezTo>
                    <a:pt x="63" y="34"/>
                    <a:pt x="76" y="31"/>
                    <a:pt x="89" y="31"/>
                  </a:cubicBezTo>
                  <a:cubicBezTo>
                    <a:pt x="102" y="31"/>
                    <a:pt x="114" y="34"/>
                    <a:pt x="126" y="40"/>
                  </a:cubicBezTo>
                  <a:cubicBezTo>
                    <a:pt x="138" y="46"/>
                    <a:pt x="148" y="54"/>
                    <a:pt x="157" y="65"/>
                  </a:cubicBezTo>
                  <a:cubicBezTo>
                    <a:pt x="147" y="56"/>
                    <a:pt x="136" y="50"/>
                    <a:pt x="124" y="45"/>
                  </a:cubicBezTo>
                  <a:close/>
                  <a:moveTo>
                    <a:pt x="253" y="38"/>
                  </a:moveTo>
                  <a:cubicBezTo>
                    <a:pt x="241" y="38"/>
                    <a:pt x="229" y="41"/>
                    <a:pt x="218" y="45"/>
                  </a:cubicBezTo>
                  <a:cubicBezTo>
                    <a:pt x="207" y="50"/>
                    <a:pt x="195" y="56"/>
                    <a:pt x="186" y="65"/>
                  </a:cubicBezTo>
                  <a:cubicBezTo>
                    <a:pt x="194" y="54"/>
                    <a:pt x="205" y="46"/>
                    <a:pt x="216" y="40"/>
                  </a:cubicBezTo>
                  <a:cubicBezTo>
                    <a:pt x="228" y="34"/>
                    <a:pt x="241" y="31"/>
                    <a:pt x="253" y="31"/>
                  </a:cubicBezTo>
                  <a:cubicBezTo>
                    <a:pt x="266" y="31"/>
                    <a:pt x="279" y="34"/>
                    <a:pt x="291" y="39"/>
                  </a:cubicBezTo>
                  <a:cubicBezTo>
                    <a:pt x="303" y="44"/>
                    <a:pt x="314" y="51"/>
                    <a:pt x="323" y="60"/>
                  </a:cubicBezTo>
                  <a:cubicBezTo>
                    <a:pt x="301" y="47"/>
                    <a:pt x="278" y="38"/>
                    <a:pt x="253" y="38"/>
                  </a:cubicBezTo>
                  <a:close/>
                </a:path>
              </a:pathLst>
            </a:custGeom>
            <a:grpFill/>
            <a:ln w="9525">
              <a:solidFill>
                <a:srgbClr val="ADB9CA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</p:grpSp>
      <p:sp>
        <p:nvSpPr>
          <p:cNvPr id="29" name="Freccia a sinistra 28">
            <a:extLst>
              <a:ext uri="{FF2B5EF4-FFF2-40B4-BE49-F238E27FC236}">
                <a16:creationId xmlns:a16="http://schemas.microsoft.com/office/drawing/2014/main" id="{BCC451E6-67C1-3CB7-7D4E-3606C8DD6DEB}"/>
              </a:ext>
            </a:extLst>
          </p:cNvPr>
          <p:cNvSpPr/>
          <p:nvPr/>
        </p:nvSpPr>
        <p:spPr>
          <a:xfrm>
            <a:off x="3440032" y="2212109"/>
            <a:ext cx="190856" cy="177932"/>
          </a:xfrm>
          <a:prstGeom prst="leftArrow">
            <a:avLst/>
          </a:prstGeom>
          <a:solidFill>
            <a:srgbClr val="ADB9CA"/>
          </a:solidFill>
          <a:ln w="12700" cap="flat" cmpd="sng" algn="ctr">
            <a:solidFill>
              <a:srgbClr val="ADB9CA"/>
            </a:solidFill>
            <a:prstDash val="solid"/>
            <a:miter lim="800000"/>
          </a:ln>
          <a:effectLst/>
        </p:spPr>
        <p:txBody>
          <a:bodyPr lIns="72000" tIns="36000" rIns="72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0" name="AutoShape 100">
            <a:extLst>
              <a:ext uri="{FF2B5EF4-FFF2-40B4-BE49-F238E27FC236}">
                <a16:creationId xmlns:a16="http://schemas.microsoft.com/office/drawing/2014/main" id="{A395394F-35E0-DCCF-B7DE-69C2760B5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7452" y="1512786"/>
            <a:ext cx="2205669" cy="282543"/>
          </a:xfrm>
          <a:prstGeom prst="roundRect">
            <a:avLst>
              <a:gd name="adj" fmla="val 12449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938" tIns="7938" rIns="7938" bIns="7938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F3D53"/>
                </a:solidFill>
                <a:effectLst/>
                <a:uLnTx/>
                <a:uFillTx/>
                <a:latin typeface="+mj-lt"/>
                <a:ea typeface="Arial" panose="020B0706030804020204" pitchFamily="34" charset="0"/>
                <a:cs typeface="Arial" panose="020B0604020202020204" pitchFamily="34" charset="0"/>
              </a:rPr>
              <a:t>IMPACT MATERIALITY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B31242CE-D8BF-82B9-AFB3-C2BBAF082908}"/>
              </a:ext>
            </a:extLst>
          </p:cNvPr>
          <p:cNvSpPr txBox="1"/>
          <p:nvPr/>
        </p:nvSpPr>
        <p:spPr>
          <a:xfrm rot="16200000">
            <a:off x="-112319" y="3581889"/>
            <a:ext cx="311359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1F3D5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«Inside-out» </a:t>
            </a:r>
            <a:r>
              <a:rPr kumimoji="0" lang="it-IT" sz="1800" b="1" i="0" u="none" strike="noStrike" kern="1200" cap="none" spc="0" normalizeH="0" baseline="0" noProof="0" err="1">
                <a:ln>
                  <a:noFill/>
                </a:ln>
                <a:solidFill>
                  <a:srgbClr val="1F3D5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perspective</a:t>
            </a:r>
            <a:endParaRPr kumimoji="0" lang="it-IT" sz="1800" b="1" i="0" u="none" strike="noStrike" kern="1200" cap="none" spc="0" normalizeH="0" baseline="0" noProof="0">
              <a:ln>
                <a:noFill/>
              </a:ln>
              <a:solidFill>
                <a:srgbClr val="1F3D5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1C03537B-6C30-8869-45B4-7A76A5640CAD}"/>
              </a:ext>
            </a:extLst>
          </p:cNvPr>
          <p:cNvSpPr txBox="1"/>
          <p:nvPr/>
        </p:nvSpPr>
        <p:spPr>
          <a:xfrm rot="5400000">
            <a:off x="9322986" y="3581889"/>
            <a:ext cx="311359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1F3D5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«</a:t>
            </a:r>
            <a:r>
              <a:rPr lang="it-IT" b="1">
                <a:solidFill>
                  <a:srgbClr val="1F3D52"/>
                </a:solidFill>
                <a:latin typeface="+mj-lt"/>
              </a:rPr>
              <a:t>O</a:t>
            </a:r>
            <a:r>
              <a:rPr kumimoji="0" lang="it-IT" sz="1800" b="1" i="0" u="none" strike="noStrike" kern="1200" cap="none" spc="0" normalizeH="0" baseline="0" noProof="0" err="1">
                <a:ln>
                  <a:noFill/>
                </a:ln>
                <a:solidFill>
                  <a:srgbClr val="1F3D5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utside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1F3D5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-in» </a:t>
            </a:r>
            <a:r>
              <a:rPr kumimoji="0" lang="it-IT" sz="1800" b="1" i="0" u="none" strike="noStrike" kern="1200" cap="none" spc="0" normalizeH="0" baseline="0" noProof="0" err="1">
                <a:ln>
                  <a:noFill/>
                </a:ln>
                <a:solidFill>
                  <a:srgbClr val="1F3D5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perspective</a:t>
            </a:r>
            <a:endParaRPr kumimoji="0" lang="it-IT" sz="1800" b="1" i="0" u="none" strike="noStrike" kern="1200" cap="none" spc="0" normalizeH="0" baseline="0" noProof="0">
              <a:ln>
                <a:noFill/>
              </a:ln>
              <a:solidFill>
                <a:srgbClr val="1F3D5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3" name="AutoShape 100">
            <a:extLst>
              <a:ext uri="{FF2B5EF4-FFF2-40B4-BE49-F238E27FC236}">
                <a16:creationId xmlns:a16="http://schemas.microsoft.com/office/drawing/2014/main" id="{BBC24FB7-E814-450D-2126-5B27DA397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760" y="1512786"/>
            <a:ext cx="2538645" cy="282543"/>
          </a:xfrm>
          <a:prstGeom prst="roundRect">
            <a:avLst>
              <a:gd name="adj" fmla="val 12449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938" tIns="7938" rIns="7938" bIns="7938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F3D53"/>
                </a:solidFill>
                <a:effectLst/>
                <a:uLnTx/>
                <a:uFillTx/>
                <a:latin typeface="+mj-lt"/>
                <a:ea typeface="Arial" panose="020B0706030804020204" pitchFamily="34" charset="0"/>
                <a:cs typeface="Arial" panose="020B0604020202020204" pitchFamily="34" charset="0"/>
              </a:rPr>
              <a:t>FINANCIAL MATERIALITY</a:t>
            </a:r>
          </a:p>
        </p:txBody>
      </p:sp>
    </p:spTree>
    <p:extLst>
      <p:ext uri="{BB962C8B-B14F-4D97-AF65-F5344CB8AC3E}">
        <p14:creationId xmlns:p14="http://schemas.microsoft.com/office/powerpoint/2010/main" val="3921691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1E142-565F-551D-DA5A-085E78A4A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5C0123BD-5A75-206F-91CD-D39C7780AA64}"/>
              </a:ext>
            </a:extLst>
          </p:cNvPr>
          <p:cNvSpPr txBox="1">
            <a:spLocks/>
          </p:cNvSpPr>
          <p:nvPr/>
        </p:nvSpPr>
        <p:spPr>
          <a:xfrm>
            <a:off x="241540" y="97706"/>
            <a:ext cx="10868420" cy="695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b="1">
                <a:solidFill>
                  <a:srgbClr val="21B8C6"/>
                </a:solidFill>
              </a:rPr>
              <a:t>Double Materiality Assessment (2/3) 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977A348F-C2E6-C116-5486-33E90FEE5AEA}"/>
              </a:ext>
            </a:extLst>
          </p:cNvPr>
          <p:cNvCxnSpPr>
            <a:cxnSpLocks/>
          </p:cNvCxnSpPr>
          <p:nvPr/>
        </p:nvCxnSpPr>
        <p:spPr>
          <a:xfrm>
            <a:off x="170328" y="782731"/>
            <a:ext cx="2133600" cy="3992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2F9A699-BF30-4CEB-10F6-F57B91D76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149-7DE5-45BF-BC84-73B9E7ABF444}" type="slidenum">
              <a:rPr lang="it-IT" smtClean="0"/>
              <a:t>4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1391CFC-4D79-6ED4-95B0-C2ECC87C83C3}"/>
              </a:ext>
            </a:extLst>
          </p:cNvPr>
          <p:cNvSpPr txBox="1"/>
          <p:nvPr/>
        </p:nvSpPr>
        <p:spPr>
          <a:xfrm>
            <a:off x="241540" y="1066349"/>
            <a:ext cx="11457990" cy="601544"/>
          </a:xfrm>
          <a:prstGeom prst="rect">
            <a:avLst/>
          </a:prstGeom>
        </p:spPr>
        <p:txBody>
          <a:bodyPr vert="horz" wrap="square" lIns="121920" tIns="60960" rIns="121920" bIns="60960" rtlCol="0" anchor="t">
            <a:noAutofit/>
          </a:bodyPr>
          <a:lstStyle/>
          <a:p>
            <a:r>
              <a:rPr lang="en-US" sz="1600"/>
              <a:t>The ESRS standards and related DMA Guidelines succinctly represent </a:t>
            </a:r>
            <a:r>
              <a:rPr lang="en-US" sz="1600" b="1"/>
              <a:t>the process of Double Materiality Assessment useful for identifying the material issues on the basis of which actions in the Sustainability Plan will be prioritized.</a:t>
            </a:r>
            <a:endParaRPr lang="en-US" sz="1600"/>
          </a:p>
        </p:txBody>
      </p:sp>
      <p:sp>
        <p:nvSpPr>
          <p:cNvPr id="61" name="Rettangolo 60">
            <a:extLst>
              <a:ext uri="{FF2B5EF4-FFF2-40B4-BE49-F238E27FC236}">
                <a16:creationId xmlns:a16="http://schemas.microsoft.com/office/drawing/2014/main" id="{04CBD95E-71C1-1D75-D24B-11E9D969A2D1}"/>
              </a:ext>
            </a:extLst>
          </p:cNvPr>
          <p:cNvSpPr/>
          <p:nvPr/>
        </p:nvSpPr>
        <p:spPr>
          <a:xfrm>
            <a:off x="198209" y="2152936"/>
            <a:ext cx="8110459" cy="3310495"/>
          </a:xfrm>
          <a:prstGeom prst="rect">
            <a:avLst/>
          </a:prstGeom>
          <a:solidFill>
            <a:schemeClr val="accent5">
              <a:lumMod val="40000"/>
              <a:lumOff val="6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cxnSp>
        <p:nvCxnSpPr>
          <p:cNvPr id="62" name="Connettore diritto 61">
            <a:extLst>
              <a:ext uri="{FF2B5EF4-FFF2-40B4-BE49-F238E27FC236}">
                <a16:creationId xmlns:a16="http://schemas.microsoft.com/office/drawing/2014/main" id="{9D39609B-4054-DEBE-8B53-F97492795802}"/>
              </a:ext>
            </a:extLst>
          </p:cNvPr>
          <p:cNvCxnSpPr>
            <a:cxnSpLocks/>
          </p:cNvCxnSpPr>
          <p:nvPr/>
        </p:nvCxnSpPr>
        <p:spPr>
          <a:xfrm flipV="1">
            <a:off x="203251" y="2146531"/>
            <a:ext cx="8118000" cy="8128"/>
          </a:xfrm>
          <a:prstGeom prst="line">
            <a:avLst/>
          </a:prstGeom>
          <a:ln w="50800" cap="rnd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ttore diritto 62">
            <a:extLst>
              <a:ext uri="{FF2B5EF4-FFF2-40B4-BE49-F238E27FC236}">
                <a16:creationId xmlns:a16="http://schemas.microsoft.com/office/drawing/2014/main" id="{F8439FBB-069F-FECA-6B22-140D0D6C2796}"/>
              </a:ext>
            </a:extLst>
          </p:cNvPr>
          <p:cNvCxnSpPr>
            <a:cxnSpLocks/>
          </p:cNvCxnSpPr>
          <p:nvPr/>
        </p:nvCxnSpPr>
        <p:spPr>
          <a:xfrm>
            <a:off x="8326293" y="2152936"/>
            <a:ext cx="441678" cy="617712"/>
          </a:xfrm>
          <a:prstGeom prst="line">
            <a:avLst/>
          </a:prstGeom>
          <a:ln w="50800" cap="rnd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ttore diritto 63">
            <a:extLst>
              <a:ext uri="{FF2B5EF4-FFF2-40B4-BE49-F238E27FC236}">
                <a16:creationId xmlns:a16="http://schemas.microsoft.com/office/drawing/2014/main" id="{22A6A74F-73A4-DFB2-D9ED-AF51EF2333F4}"/>
              </a:ext>
            </a:extLst>
          </p:cNvPr>
          <p:cNvCxnSpPr>
            <a:cxnSpLocks/>
          </p:cNvCxnSpPr>
          <p:nvPr/>
        </p:nvCxnSpPr>
        <p:spPr>
          <a:xfrm flipH="1">
            <a:off x="8347670" y="2770649"/>
            <a:ext cx="420301" cy="559621"/>
          </a:xfrm>
          <a:prstGeom prst="line">
            <a:avLst/>
          </a:prstGeom>
          <a:ln w="50800" cap="rnd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ttore diritto 64">
            <a:extLst>
              <a:ext uri="{FF2B5EF4-FFF2-40B4-BE49-F238E27FC236}">
                <a16:creationId xmlns:a16="http://schemas.microsoft.com/office/drawing/2014/main" id="{D4441CB4-2CC6-1B7C-FE79-A2FB1F7D14C4}"/>
              </a:ext>
            </a:extLst>
          </p:cNvPr>
          <p:cNvCxnSpPr>
            <a:cxnSpLocks/>
          </p:cNvCxnSpPr>
          <p:nvPr/>
        </p:nvCxnSpPr>
        <p:spPr>
          <a:xfrm>
            <a:off x="8337239" y="3319996"/>
            <a:ext cx="0" cy="2141422"/>
          </a:xfrm>
          <a:prstGeom prst="line">
            <a:avLst/>
          </a:prstGeom>
          <a:ln w="508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ttangolo 65">
            <a:extLst>
              <a:ext uri="{FF2B5EF4-FFF2-40B4-BE49-F238E27FC236}">
                <a16:creationId xmlns:a16="http://schemas.microsoft.com/office/drawing/2014/main" id="{9F048295-4419-59CE-D142-C81544AA39E3}"/>
              </a:ext>
            </a:extLst>
          </p:cNvPr>
          <p:cNvSpPr/>
          <p:nvPr/>
        </p:nvSpPr>
        <p:spPr>
          <a:xfrm>
            <a:off x="398430" y="2575624"/>
            <a:ext cx="2396498" cy="27197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94000"/>
                </a:prst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76B0E80F-AC1A-8A3F-8A4F-DC4C0902CD7D}"/>
              </a:ext>
            </a:extLst>
          </p:cNvPr>
          <p:cNvSpPr txBox="1"/>
          <p:nvPr/>
        </p:nvSpPr>
        <p:spPr>
          <a:xfrm>
            <a:off x="533550" y="3159190"/>
            <a:ext cx="2357021" cy="2014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1400" b="1"/>
              <a:t>Understanding of the </a:t>
            </a:r>
            <a:r>
              <a:rPr lang="en-US" sz="1400"/>
              <a:t>internal and external </a:t>
            </a:r>
            <a:r>
              <a:rPr lang="en-US" sz="1400" b="1"/>
              <a:t>context </a:t>
            </a:r>
            <a:r>
              <a:rPr lang="en-US" sz="140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Business relationships </a:t>
            </a:r>
            <a:r>
              <a:rPr lang="en-US" sz="1400" b="1"/>
              <a:t>and activities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Identification of </a:t>
            </a:r>
            <a:r>
              <a:rPr lang="en-US" sz="1400" b="1"/>
              <a:t>affected stakeholders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Other </a:t>
            </a:r>
            <a:r>
              <a:rPr lang="en-US" sz="1400" b="1"/>
              <a:t>context information</a:t>
            </a:r>
            <a:endParaRPr lang="en-US" sz="1400"/>
          </a:p>
        </p:txBody>
      </p:sp>
      <p:sp>
        <p:nvSpPr>
          <p:cNvPr id="68" name="TextBox 33">
            <a:extLst>
              <a:ext uri="{FF2B5EF4-FFF2-40B4-BE49-F238E27FC236}">
                <a16:creationId xmlns:a16="http://schemas.microsoft.com/office/drawing/2014/main" id="{2ACAF29B-6FA2-33CB-9CDD-8A93530DA522}"/>
              </a:ext>
            </a:extLst>
          </p:cNvPr>
          <p:cNvSpPr txBox="1">
            <a:spLocks/>
          </p:cNvSpPr>
          <p:nvPr/>
        </p:nvSpPr>
        <p:spPr>
          <a:xfrm>
            <a:off x="414927" y="2637604"/>
            <a:ext cx="2167496" cy="4924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>
            <a:defPPr>
              <a:defRPr lang="it-IT"/>
            </a:defPPr>
            <a:lvl1pPr algn="ctr" defTabSz="609585">
              <a:defRPr sz="1200" b="1" kern="0">
                <a:solidFill>
                  <a:prstClr val="black"/>
                </a:solidFill>
                <a:latin typeface="Avenir Next LT Pro" panose="020B0504020202020204" pitchFamily="34" charset="0"/>
              </a:defRPr>
            </a:lvl1pPr>
          </a:lstStyle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CONTEXT UNDERSTANDING</a:t>
            </a:r>
          </a:p>
        </p:txBody>
      </p:sp>
      <p:sp>
        <p:nvSpPr>
          <p:cNvPr id="69" name="Rettangolo 68">
            <a:extLst>
              <a:ext uri="{FF2B5EF4-FFF2-40B4-BE49-F238E27FC236}">
                <a16:creationId xmlns:a16="http://schemas.microsoft.com/office/drawing/2014/main" id="{54A1A6B9-76D3-A9DB-CF43-58B6BF5DCC25}"/>
              </a:ext>
            </a:extLst>
          </p:cNvPr>
          <p:cNvSpPr/>
          <p:nvPr/>
        </p:nvSpPr>
        <p:spPr>
          <a:xfrm>
            <a:off x="3024769" y="2575624"/>
            <a:ext cx="2397600" cy="27197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94000"/>
                </a:prst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6EF95497-A4CF-E094-B8D5-27CB84852CDF}"/>
              </a:ext>
            </a:extLst>
          </p:cNvPr>
          <p:cNvSpPr txBox="1"/>
          <p:nvPr/>
        </p:nvSpPr>
        <p:spPr>
          <a:xfrm>
            <a:off x="3159890" y="3149030"/>
            <a:ext cx="2358000" cy="138489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1400"/>
              <a:t>Identification of </a:t>
            </a:r>
            <a:r>
              <a:rPr lang="en-US" sz="1400" b="1"/>
              <a:t>current</a:t>
            </a:r>
            <a:r>
              <a:rPr lang="en-US" sz="1400"/>
              <a:t> and </a:t>
            </a:r>
            <a:r>
              <a:rPr lang="en-US" sz="1400" b="1"/>
              <a:t>potential</a:t>
            </a:r>
            <a:r>
              <a:rPr lang="en-US" sz="1400"/>
              <a:t> </a:t>
            </a:r>
            <a:r>
              <a:rPr lang="en-US" sz="1400" b="1"/>
              <a:t>Impacts, Risks, and Opportunities </a:t>
            </a:r>
            <a:r>
              <a:rPr lang="en-US" sz="1400"/>
              <a:t>(“IROs”) related to sustainability issues</a:t>
            </a:r>
          </a:p>
        </p:txBody>
      </p:sp>
      <p:sp>
        <p:nvSpPr>
          <p:cNvPr id="71" name="TextBox 33">
            <a:extLst>
              <a:ext uri="{FF2B5EF4-FFF2-40B4-BE49-F238E27FC236}">
                <a16:creationId xmlns:a16="http://schemas.microsoft.com/office/drawing/2014/main" id="{4BD07FD2-4B3A-4232-8EC7-223C95E5FC3D}"/>
              </a:ext>
            </a:extLst>
          </p:cNvPr>
          <p:cNvSpPr txBox="1">
            <a:spLocks/>
          </p:cNvSpPr>
          <p:nvPr/>
        </p:nvSpPr>
        <p:spPr>
          <a:xfrm>
            <a:off x="3189006" y="2760714"/>
            <a:ext cx="216000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>
            <a:defPPr>
              <a:defRPr lang="it-IT"/>
            </a:defPPr>
            <a:lvl1pPr algn="ctr" defTabSz="609585">
              <a:defRPr sz="1200" b="1" kern="0">
                <a:solidFill>
                  <a:prstClr val="black"/>
                </a:solidFill>
                <a:latin typeface="Avenir Next LT Pro" panose="020B0504020202020204" pitchFamily="34" charset="0"/>
              </a:defRPr>
            </a:lvl1pPr>
          </a:lstStyle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44546A">
                    <a:lumMod val="75000"/>
                  </a:srgbClr>
                </a:solidFill>
                <a:latin typeface="+mj-lt"/>
              </a:rPr>
              <a:t>IRO IDENTIFICATION</a:t>
            </a:r>
            <a:endParaRPr kumimoji="0" lang="en-US" sz="1600" b="1" i="0" u="none" strike="noStrike" kern="0" cap="none" spc="0" normalizeH="0" baseline="0" noProof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72" name="Gruppo 71">
            <a:extLst>
              <a:ext uri="{FF2B5EF4-FFF2-40B4-BE49-F238E27FC236}">
                <a16:creationId xmlns:a16="http://schemas.microsoft.com/office/drawing/2014/main" id="{C45D5311-85AF-D444-1E6E-30FD74338D5F}"/>
              </a:ext>
            </a:extLst>
          </p:cNvPr>
          <p:cNvGrpSpPr/>
          <p:nvPr/>
        </p:nvGrpSpPr>
        <p:grpSpPr>
          <a:xfrm>
            <a:off x="2601981" y="2242255"/>
            <a:ext cx="989410" cy="630403"/>
            <a:chOff x="2533775" y="2685340"/>
            <a:chExt cx="989410" cy="630403"/>
          </a:xfrm>
        </p:grpSpPr>
        <p:grpSp>
          <p:nvGrpSpPr>
            <p:cNvPr id="73" name="Gruppo 72">
              <a:extLst>
                <a:ext uri="{FF2B5EF4-FFF2-40B4-BE49-F238E27FC236}">
                  <a16:creationId xmlns:a16="http://schemas.microsoft.com/office/drawing/2014/main" id="{EB5C97AD-13DC-E704-DAA1-D4898FC1064C}"/>
                </a:ext>
              </a:extLst>
            </p:cNvPr>
            <p:cNvGrpSpPr/>
            <p:nvPr/>
          </p:nvGrpSpPr>
          <p:grpSpPr>
            <a:xfrm rot="11902115">
              <a:off x="2833141" y="2829671"/>
              <a:ext cx="468001" cy="396001"/>
              <a:chOff x="4759946" y="550230"/>
              <a:chExt cx="1411794" cy="1263879"/>
            </a:xfrm>
          </p:grpSpPr>
          <p:sp>
            <p:nvSpPr>
              <p:cNvPr id="75" name="Ovale 74">
                <a:extLst>
                  <a:ext uri="{FF2B5EF4-FFF2-40B4-BE49-F238E27FC236}">
                    <a16:creationId xmlns:a16="http://schemas.microsoft.com/office/drawing/2014/main" id="{A64C64C3-D157-A492-B1ED-7BFE2F4C4447}"/>
                  </a:ext>
                </a:extLst>
              </p:cNvPr>
              <p:cNvSpPr/>
              <p:nvPr/>
            </p:nvSpPr>
            <p:spPr>
              <a:xfrm>
                <a:off x="4759946" y="550230"/>
                <a:ext cx="868795" cy="919183"/>
              </a:xfrm>
              <a:prstGeom prst="ellipse">
                <a:avLst/>
              </a:prstGeom>
              <a:solidFill>
                <a:srgbClr val="1E3B52">
                  <a:alpha val="1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grpSp>
            <p:nvGrpSpPr>
              <p:cNvPr id="76" name="Gruppo 75">
                <a:extLst>
                  <a:ext uri="{FF2B5EF4-FFF2-40B4-BE49-F238E27FC236}">
                    <a16:creationId xmlns:a16="http://schemas.microsoft.com/office/drawing/2014/main" id="{520886AC-3451-C6D2-83E9-EFCA9E66215B}"/>
                  </a:ext>
                </a:extLst>
              </p:cNvPr>
              <p:cNvGrpSpPr/>
              <p:nvPr/>
            </p:nvGrpSpPr>
            <p:grpSpPr>
              <a:xfrm>
                <a:off x="4968973" y="633780"/>
                <a:ext cx="1202767" cy="1180329"/>
                <a:chOff x="6752720" y="4522477"/>
                <a:chExt cx="1015797" cy="996847"/>
              </a:xfrm>
            </p:grpSpPr>
            <p:sp>
              <p:nvSpPr>
                <p:cNvPr id="77" name="Arc 68">
                  <a:extLst>
                    <a:ext uri="{FF2B5EF4-FFF2-40B4-BE49-F238E27FC236}">
                      <a16:creationId xmlns:a16="http://schemas.microsoft.com/office/drawing/2014/main" id="{41F43A02-5733-6BB3-5FA5-89A8123F72AE}"/>
                    </a:ext>
                  </a:extLst>
                </p:cNvPr>
                <p:cNvSpPr/>
                <p:nvPr/>
              </p:nvSpPr>
              <p:spPr>
                <a:xfrm rot="8785277">
                  <a:off x="6752720" y="4522477"/>
                  <a:ext cx="1015797" cy="996847"/>
                </a:xfrm>
                <a:prstGeom prst="arc">
                  <a:avLst>
                    <a:gd name="adj1" fmla="val 4688783"/>
                    <a:gd name="adj2" fmla="val 2398722"/>
                  </a:avLst>
                </a:prstGeom>
                <a:ln w="34925" cap="rnd">
                  <a:solidFill>
                    <a:srgbClr val="FC8900"/>
                  </a:solidFill>
                  <a:headEnd type="none" w="lg" len="lg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455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+mj-lt"/>
                    <a:ea typeface="+mn-ea"/>
                    <a:cs typeface="Calibri Light" panose="020F0302020204030204" pitchFamily="34" charset="0"/>
                  </a:endParaRPr>
                </a:p>
              </p:txBody>
            </p:sp>
            <p:sp>
              <p:nvSpPr>
                <p:cNvPr id="78" name="Oval 69">
                  <a:extLst>
                    <a:ext uri="{FF2B5EF4-FFF2-40B4-BE49-F238E27FC236}">
                      <a16:creationId xmlns:a16="http://schemas.microsoft.com/office/drawing/2014/main" id="{C45B3ED1-1176-6745-F268-615BA3FA848C}"/>
                    </a:ext>
                  </a:extLst>
                </p:cNvPr>
                <p:cNvSpPr/>
                <p:nvPr/>
              </p:nvSpPr>
              <p:spPr>
                <a:xfrm rot="8785277">
                  <a:off x="6800367" y="4774866"/>
                  <a:ext cx="39398" cy="38663"/>
                </a:xfrm>
                <a:prstGeom prst="ellipse">
                  <a:avLst/>
                </a:prstGeom>
                <a:solidFill>
                  <a:srgbClr val="FC8900"/>
                </a:solidFill>
                <a:ln w="25400">
                  <a:solidFill>
                    <a:srgbClr val="FC89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7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Calibri Light" panose="020F0302020204030204" pitchFamily="34" charset="0"/>
                  </a:endParaRPr>
                </a:p>
              </p:txBody>
            </p:sp>
          </p:grpSp>
        </p:grpSp>
        <p:sp>
          <p:nvSpPr>
            <p:cNvPr id="74" name="Titolo 1">
              <a:extLst>
                <a:ext uri="{FF2B5EF4-FFF2-40B4-BE49-F238E27FC236}">
                  <a16:creationId xmlns:a16="http://schemas.microsoft.com/office/drawing/2014/main" id="{8934451F-650A-AC7C-78E3-46EEA7FC1009}"/>
                </a:ext>
              </a:extLst>
            </p:cNvPr>
            <p:cNvSpPr txBox="1">
              <a:spLocks/>
            </p:cNvSpPr>
            <p:nvPr/>
          </p:nvSpPr>
          <p:spPr>
            <a:xfrm>
              <a:off x="2533775" y="2685340"/>
              <a:ext cx="989410" cy="630403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txBody>
            <a:bodyPr lIns="0" tIns="0" rIns="0" bIns="0" anchor="ctr"/>
            <a:lstStyle>
              <a:lvl1pPr marL="0" marR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000" b="0" i="0" kern="1200">
                  <a:solidFill>
                    <a:srgbClr val="DBDDD9"/>
                  </a:solidFill>
                  <a:latin typeface="Avenir Next Ultra Light" panose="020B0203020202020204" pitchFamily="34" charset="77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2400" b="0" i="0" u="none" strike="noStrike" kern="1200" cap="none" spc="0" normalizeH="0" baseline="0" noProof="0">
                  <a:ln>
                    <a:solidFill>
                      <a:srgbClr val="1E3B52"/>
                    </a:solidFill>
                  </a:ln>
                  <a:solidFill>
                    <a:srgbClr val="1E3B52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2</a:t>
              </a:r>
            </a:p>
          </p:txBody>
        </p:sp>
      </p:grpSp>
      <p:sp>
        <p:nvSpPr>
          <p:cNvPr id="79" name="Rettangolo 78">
            <a:extLst>
              <a:ext uri="{FF2B5EF4-FFF2-40B4-BE49-F238E27FC236}">
                <a16:creationId xmlns:a16="http://schemas.microsoft.com/office/drawing/2014/main" id="{C3A0F6A8-B50A-CC41-5656-BCB0AF97E04B}"/>
              </a:ext>
            </a:extLst>
          </p:cNvPr>
          <p:cNvSpPr/>
          <p:nvPr/>
        </p:nvSpPr>
        <p:spPr>
          <a:xfrm>
            <a:off x="5692208" y="2575624"/>
            <a:ext cx="2397600" cy="27197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94000"/>
                </a:prst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3DD34471-BA7E-BD5A-428F-557A1E2BC7B0}"/>
              </a:ext>
            </a:extLst>
          </p:cNvPr>
          <p:cNvSpPr txBox="1"/>
          <p:nvPr/>
        </p:nvSpPr>
        <p:spPr>
          <a:xfrm>
            <a:off x="5685813" y="3118550"/>
            <a:ext cx="2358000" cy="138489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Assessment of</a:t>
            </a:r>
            <a:r>
              <a:rPr lang="en-US" sz="1400" b="1"/>
              <a:t> impact materiality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Evaluation of</a:t>
            </a:r>
            <a:r>
              <a:rPr lang="en-US" sz="1400" b="1"/>
              <a:t> financial materiality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Consolidation of </a:t>
            </a:r>
            <a:r>
              <a:rPr lang="en-US" sz="1400" b="1"/>
              <a:t>results </a:t>
            </a:r>
            <a:r>
              <a:rPr lang="en-US" sz="1400"/>
              <a:t>according to the two dimensions of analysis (impact and financial materiality)</a:t>
            </a:r>
          </a:p>
        </p:txBody>
      </p:sp>
      <p:sp>
        <p:nvSpPr>
          <p:cNvPr id="81" name="TextBox 33">
            <a:extLst>
              <a:ext uri="{FF2B5EF4-FFF2-40B4-BE49-F238E27FC236}">
                <a16:creationId xmlns:a16="http://schemas.microsoft.com/office/drawing/2014/main" id="{62952704-08AD-F1C5-D329-851AFC8A8139}"/>
              </a:ext>
            </a:extLst>
          </p:cNvPr>
          <p:cNvSpPr txBox="1">
            <a:spLocks/>
          </p:cNvSpPr>
          <p:nvPr/>
        </p:nvSpPr>
        <p:spPr>
          <a:xfrm>
            <a:off x="5792567" y="2697270"/>
            <a:ext cx="216000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>
            <a:defPPr>
              <a:defRPr lang="it-IT"/>
            </a:defPPr>
            <a:lvl1pPr algn="ctr" defTabSz="609585">
              <a:defRPr sz="1200" b="1" kern="0">
                <a:solidFill>
                  <a:prstClr val="black"/>
                </a:solidFill>
                <a:latin typeface="Avenir Next LT Pro" panose="020B0504020202020204" pitchFamily="34" charset="0"/>
              </a:defRPr>
            </a:lvl1pPr>
          </a:lstStyle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IRO ASSESSMENT</a:t>
            </a:r>
          </a:p>
        </p:txBody>
      </p:sp>
      <p:sp>
        <p:nvSpPr>
          <p:cNvPr id="82" name="Triangolo isoscele 81">
            <a:extLst>
              <a:ext uri="{FF2B5EF4-FFF2-40B4-BE49-F238E27FC236}">
                <a16:creationId xmlns:a16="http://schemas.microsoft.com/office/drawing/2014/main" id="{C7C10A4B-AA6A-65B0-6908-E4EBC375A274}"/>
              </a:ext>
            </a:extLst>
          </p:cNvPr>
          <p:cNvSpPr/>
          <p:nvPr/>
        </p:nvSpPr>
        <p:spPr>
          <a:xfrm rot="5400000">
            <a:off x="7949298" y="2548027"/>
            <a:ext cx="1163986" cy="445244"/>
          </a:xfrm>
          <a:prstGeom prst="triangle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83" name="Gruppo 82">
            <a:extLst>
              <a:ext uri="{FF2B5EF4-FFF2-40B4-BE49-F238E27FC236}">
                <a16:creationId xmlns:a16="http://schemas.microsoft.com/office/drawing/2014/main" id="{2F3D01E7-4A00-89C1-0EE9-53C6263A4373}"/>
              </a:ext>
            </a:extLst>
          </p:cNvPr>
          <p:cNvGrpSpPr/>
          <p:nvPr/>
        </p:nvGrpSpPr>
        <p:grpSpPr>
          <a:xfrm>
            <a:off x="-65694" y="2242255"/>
            <a:ext cx="989410" cy="630403"/>
            <a:chOff x="2533775" y="2685340"/>
            <a:chExt cx="989410" cy="630403"/>
          </a:xfrm>
        </p:grpSpPr>
        <p:grpSp>
          <p:nvGrpSpPr>
            <p:cNvPr id="84" name="Gruppo 83">
              <a:extLst>
                <a:ext uri="{FF2B5EF4-FFF2-40B4-BE49-F238E27FC236}">
                  <a16:creationId xmlns:a16="http://schemas.microsoft.com/office/drawing/2014/main" id="{4458985B-7338-1994-203F-4BCAAAB1CD39}"/>
                </a:ext>
              </a:extLst>
            </p:cNvPr>
            <p:cNvGrpSpPr/>
            <p:nvPr/>
          </p:nvGrpSpPr>
          <p:grpSpPr>
            <a:xfrm rot="11902115">
              <a:off x="2833141" y="2829671"/>
              <a:ext cx="468001" cy="396001"/>
              <a:chOff x="4759946" y="550230"/>
              <a:chExt cx="1411794" cy="1263879"/>
            </a:xfrm>
          </p:grpSpPr>
          <p:sp>
            <p:nvSpPr>
              <p:cNvPr id="86" name="Ovale 85">
                <a:extLst>
                  <a:ext uri="{FF2B5EF4-FFF2-40B4-BE49-F238E27FC236}">
                    <a16:creationId xmlns:a16="http://schemas.microsoft.com/office/drawing/2014/main" id="{E9421A95-25E8-035E-A975-0C0FE5B3C5FE}"/>
                  </a:ext>
                </a:extLst>
              </p:cNvPr>
              <p:cNvSpPr/>
              <p:nvPr/>
            </p:nvSpPr>
            <p:spPr>
              <a:xfrm>
                <a:off x="4759946" y="550230"/>
                <a:ext cx="868795" cy="919183"/>
              </a:xfrm>
              <a:prstGeom prst="ellipse">
                <a:avLst/>
              </a:prstGeom>
              <a:solidFill>
                <a:srgbClr val="1E3B52">
                  <a:alpha val="1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endParaRPr>
              </a:p>
            </p:txBody>
          </p:sp>
          <p:grpSp>
            <p:nvGrpSpPr>
              <p:cNvPr id="87" name="Gruppo 86">
                <a:extLst>
                  <a:ext uri="{FF2B5EF4-FFF2-40B4-BE49-F238E27FC236}">
                    <a16:creationId xmlns:a16="http://schemas.microsoft.com/office/drawing/2014/main" id="{E894F63E-27BB-F12E-1849-85A258CECEF1}"/>
                  </a:ext>
                </a:extLst>
              </p:cNvPr>
              <p:cNvGrpSpPr/>
              <p:nvPr/>
            </p:nvGrpSpPr>
            <p:grpSpPr>
              <a:xfrm>
                <a:off x="4968973" y="633780"/>
                <a:ext cx="1202767" cy="1180329"/>
                <a:chOff x="6752720" y="4522477"/>
                <a:chExt cx="1015797" cy="996847"/>
              </a:xfrm>
            </p:grpSpPr>
            <p:sp>
              <p:nvSpPr>
                <p:cNvPr id="88" name="Arc 68">
                  <a:extLst>
                    <a:ext uri="{FF2B5EF4-FFF2-40B4-BE49-F238E27FC236}">
                      <a16:creationId xmlns:a16="http://schemas.microsoft.com/office/drawing/2014/main" id="{4B1748C9-950D-B131-C741-9C8820C1D5AE}"/>
                    </a:ext>
                  </a:extLst>
                </p:cNvPr>
                <p:cNvSpPr/>
                <p:nvPr/>
              </p:nvSpPr>
              <p:spPr>
                <a:xfrm rot="8785277">
                  <a:off x="6752720" y="4522477"/>
                  <a:ext cx="1015797" cy="996847"/>
                </a:xfrm>
                <a:prstGeom prst="arc">
                  <a:avLst>
                    <a:gd name="adj1" fmla="val 4688783"/>
                    <a:gd name="adj2" fmla="val 2398722"/>
                  </a:avLst>
                </a:prstGeom>
                <a:ln w="34925" cap="rnd">
                  <a:solidFill>
                    <a:srgbClr val="FC8900"/>
                  </a:solidFill>
                  <a:headEnd type="none" w="lg" len="lg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455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Avenir Next LT Pro" panose="020B0504020202020204" pitchFamily="34" charset="0"/>
                    <a:ea typeface="+mn-ea"/>
                    <a:cs typeface="Calibri Light" panose="020F0302020204030204" pitchFamily="34" charset="0"/>
                  </a:endParaRPr>
                </a:p>
              </p:txBody>
            </p:sp>
            <p:sp>
              <p:nvSpPr>
                <p:cNvPr id="89" name="Oval 69">
                  <a:extLst>
                    <a:ext uri="{FF2B5EF4-FFF2-40B4-BE49-F238E27FC236}">
                      <a16:creationId xmlns:a16="http://schemas.microsoft.com/office/drawing/2014/main" id="{314EDBBB-162C-8F20-7F49-B409D5B59CFB}"/>
                    </a:ext>
                  </a:extLst>
                </p:cNvPr>
                <p:cNvSpPr/>
                <p:nvPr/>
              </p:nvSpPr>
              <p:spPr>
                <a:xfrm rot="8785277">
                  <a:off x="6800367" y="4774866"/>
                  <a:ext cx="39398" cy="38663"/>
                </a:xfrm>
                <a:prstGeom prst="ellipse">
                  <a:avLst/>
                </a:prstGeom>
                <a:solidFill>
                  <a:srgbClr val="FC8900"/>
                </a:solidFill>
                <a:ln w="25400">
                  <a:solidFill>
                    <a:srgbClr val="FC89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7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" panose="020B0504020202020204" pitchFamily="34" charset="0"/>
                    <a:ea typeface="+mn-ea"/>
                    <a:cs typeface="Calibri Light" panose="020F0302020204030204" pitchFamily="34" charset="0"/>
                  </a:endParaRPr>
                </a:p>
              </p:txBody>
            </p:sp>
          </p:grpSp>
        </p:grpSp>
        <p:sp>
          <p:nvSpPr>
            <p:cNvPr id="85" name="Titolo 1">
              <a:extLst>
                <a:ext uri="{FF2B5EF4-FFF2-40B4-BE49-F238E27FC236}">
                  <a16:creationId xmlns:a16="http://schemas.microsoft.com/office/drawing/2014/main" id="{E62F7EBD-B5B9-614C-F08A-F23EEC04AF9B}"/>
                </a:ext>
              </a:extLst>
            </p:cNvPr>
            <p:cNvSpPr txBox="1">
              <a:spLocks/>
            </p:cNvSpPr>
            <p:nvPr/>
          </p:nvSpPr>
          <p:spPr>
            <a:xfrm>
              <a:off x="2533775" y="2685340"/>
              <a:ext cx="989410" cy="630403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txBody>
            <a:bodyPr lIns="0" tIns="0" rIns="0" bIns="0" anchor="ctr"/>
            <a:lstStyle>
              <a:lvl1pPr marL="0" marR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000" b="0" i="0" kern="1200">
                  <a:solidFill>
                    <a:srgbClr val="DBDDD9"/>
                  </a:solidFill>
                  <a:latin typeface="Avenir Next Ultra Light" panose="020B0203020202020204" pitchFamily="34" charset="77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2400">
                  <a:ln>
                    <a:solidFill>
                      <a:srgbClr val="1E3B52"/>
                    </a:solidFill>
                  </a:ln>
                  <a:solidFill>
                    <a:srgbClr val="1E3B52"/>
                  </a:solidFill>
                  <a:latin typeface="Avenir Next LT Pro" panose="020B0504020202020204" pitchFamily="34" charset="0"/>
                </a:rPr>
                <a:t>1</a:t>
              </a:r>
              <a:endParaRPr kumimoji="0" lang="it-IT" sz="2400" b="0" i="0" u="none" strike="noStrike" kern="1200" cap="none" spc="0" normalizeH="0" baseline="0" noProof="0">
                <a:ln>
                  <a:solidFill>
                    <a:srgbClr val="1E3B52"/>
                  </a:solidFill>
                </a:ln>
                <a:solidFill>
                  <a:srgbClr val="1E3B52"/>
                </a:solidFill>
                <a:effectLst/>
                <a:uLnTx/>
                <a:uFillTx/>
                <a:latin typeface="Avenir Next LT Pro" panose="020B0504020202020204" pitchFamily="34" charset="0"/>
                <a:ea typeface="+mj-ea"/>
                <a:cs typeface="+mj-cs"/>
              </a:endParaRPr>
            </a:p>
          </p:txBody>
        </p:sp>
      </p:grpSp>
      <p:grpSp>
        <p:nvGrpSpPr>
          <p:cNvPr id="90" name="Gruppo 89">
            <a:extLst>
              <a:ext uri="{FF2B5EF4-FFF2-40B4-BE49-F238E27FC236}">
                <a16:creationId xmlns:a16="http://schemas.microsoft.com/office/drawing/2014/main" id="{C3ED5DDC-58DE-A0D9-D56B-08C50EBFCD38}"/>
              </a:ext>
            </a:extLst>
          </p:cNvPr>
          <p:cNvGrpSpPr/>
          <p:nvPr/>
        </p:nvGrpSpPr>
        <p:grpSpPr>
          <a:xfrm>
            <a:off x="5249495" y="2242255"/>
            <a:ext cx="989410" cy="630403"/>
            <a:chOff x="2533775" y="2685340"/>
            <a:chExt cx="989410" cy="630403"/>
          </a:xfrm>
        </p:grpSpPr>
        <p:grpSp>
          <p:nvGrpSpPr>
            <p:cNvPr id="91" name="Gruppo 90">
              <a:extLst>
                <a:ext uri="{FF2B5EF4-FFF2-40B4-BE49-F238E27FC236}">
                  <a16:creationId xmlns:a16="http://schemas.microsoft.com/office/drawing/2014/main" id="{F4B6393F-7F72-E93A-5E82-7387B768E980}"/>
                </a:ext>
              </a:extLst>
            </p:cNvPr>
            <p:cNvGrpSpPr/>
            <p:nvPr/>
          </p:nvGrpSpPr>
          <p:grpSpPr>
            <a:xfrm rot="11902115">
              <a:off x="2833141" y="2829671"/>
              <a:ext cx="468001" cy="396001"/>
              <a:chOff x="4759946" y="550230"/>
              <a:chExt cx="1411794" cy="1263879"/>
            </a:xfrm>
          </p:grpSpPr>
          <p:sp>
            <p:nvSpPr>
              <p:cNvPr id="93" name="Ovale 92">
                <a:extLst>
                  <a:ext uri="{FF2B5EF4-FFF2-40B4-BE49-F238E27FC236}">
                    <a16:creationId xmlns:a16="http://schemas.microsoft.com/office/drawing/2014/main" id="{6C79B9BE-5562-78B5-F283-C84F7F21D239}"/>
                  </a:ext>
                </a:extLst>
              </p:cNvPr>
              <p:cNvSpPr/>
              <p:nvPr/>
            </p:nvSpPr>
            <p:spPr>
              <a:xfrm>
                <a:off x="4759946" y="550230"/>
                <a:ext cx="868795" cy="919183"/>
              </a:xfrm>
              <a:prstGeom prst="ellipse">
                <a:avLst/>
              </a:prstGeom>
              <a:solidFill>
                <a:srgbClr val="1E3B52">
                  <a:alpha val="1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grpSp>
            <p:nvGrpSpPr>
              <p:cNvPr id="94" name="Gruppo 93">
                <a:extLst>
                  <a:ext uri="{FF2B5EF4-FFF2-40B4-BE49-F238E27FC236}">
                    <a16:creationId xmlns:a16="http://schemas.microsoft.com/office/drawing/2014/main" id="{104B9C5D-89BE-F53A-9691-6E2C87D85E04}"/>
                  </a:ext>
                </a:extLst>
              </p:cNvPr>
              <p:cNvGrpSpPr/>
              <p:nvPr/>
            </p:nvGrpSpPr>
            <p:grpSpPr>
              <a:xfrm>
                <a:off x="4968973" y="633780"/>
                <a:ext cx="1202767" cy="1180329"/>
                <a:chOff x="6752720" y="4522477"/>
                <a:chExt cx="1015797" cy="996847"/>
              </a:xfrm>
            </p:grpSpPr>
            <p:sp>
              <p:nvSpPr>
                <p:cNvPr id="95" name="Arc 68">
                  <a:extLst>
                    <a:ext uri="{FF2B5EF4-FFF2-40B4-BE49-F238E27FC236}">
                      <a16:creationId xmlns:a16="http://schemas.microsoft.com/office/drawing/2014/main" id="{BBCE3D62-A84C-DD66-149C-9D7E51D89039}"/>
                    </a:ext>
                  </a:extLst>
                </p:cNvPr>
                <p:cNvSpPr/>
                <p:nvPr/>
              </p:nvSpPr>
              <p:spPr>
                <a:xfrm rot="8785277">
                  <a:off x="6752720" y="4522477"/>
                  <a:ext cx="1015797" cy="996847"/>
                </a:xfrm>
                <a:prstGeom prst="arc">
                  <a:avLst>
                    <a:gd name="adj1" fmla="val 4688783"/>
                    <a:gd name="adj2" fmla="val 2398722"/>
                  </a:avLst>
                </a:prstGeom>
                <a:ln w="34925" cap="rnd">
                  <a:solidFill>
                    <a:srgbClr val="FC8900"/>
                  </a:solidFill>
                  <a:headEnd type="none" w="lg" len="lg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455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+mj-lt"/>
                    <a:ea typeface="+mn-ea"/>
                    <a:cs typeface="Calibri Light" panose="020F0302020204030204" pitchFamily="34" charset="0"/>
                  </a:endParaRPr>
                </a:p>
              </p:txBody>
            </p:sp>
            <p:sp>
              <p:nvSpPr>
                <p:cNvPr id="96" name="Oval 69">
                  <a:extLst>
                    <a:ext uri="{FF2B5EF4-FFF2-40B4-BE49-F238E27FC236}">
                      <a16:creationId xmlns:a16="http://schemas.microsoft.com/office/drawing/2014/main" id="{A10EFF7D-D399-5AE9-6AA9-66115BB9DBD6}"/>
                    </a:ext>
                  </a:extLst>
                </p:cNvPr>
                <p:cNvSpPr/>
                <p:nvPr/>
              </p:nvSpPr>
              <p:spPr>
                <a:xfrm rot="8785277">
                  <a:off x="6800367" y="4774866"/>
                  <a:ext cx="39398" cy="38663"/>
                </a:xfrm>
                <a:prstGeom prst="ellipse">
                  <a:avLst/>
                </a:prstGeom>
                <a:solidFill>
                  <a:srgbClr val="FC8900"/>
                </a:solidFill>
                <a:ln w="25400">
                  <a:solidFill>
                    <a:srgbClr val="FC89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7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Calibri Light" panose="020F0302020204030204" pitchFamily="34" charset="0"/>
                  </a:endParaRPr>
                </a:p>
              </p:txBody>
            </p:sp>
          </p:grpSp>
        </p:grpSp>
        <p:sp>
          <p:nvSpPr>
            <p:cNvPr id="92" name="Titolo 1">
              <a:extLst>
                <a:ext uri="{FF2B5EF4-FFF2-40B4-BE49-F238E27FC236}">
                  <a16:creationId xmlns:a16="http://schemas.microsoft.com/office/drawing/2014/main" id="{0081A003-B041-7C95-32F2-0EC0B4CC58EA}"/>
                </a:ext>
              </a:extLst>
            </p:cNvPr>
            <p:cNvSpPr txBox="1">
              <a:spLocks/>
            </p:cNvSpPr>
            <p:nvPr/>
          </p:nvSpPr>
          <p:spPr>
            <a:xfrm>
              <a:off x="2533775" y="2685340"/>
              <a:ext cx="989410" cy="630403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txBody>
            <a:bodyPr lIns="0" tIns="0" rIns="0" bIns="0" anchor="ctr"/>
            <a:lstStyle>
              <a:lvl1pPr marL="0" marR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000" b="0" i="0" kern="1200">
                  <a:solidFill>
                    <a:srgbClr val="DBDDD9"/>
                  </a:solidFill>
                  <a:latin typeface="Avenir Next Ultra Light" panose="020B0203020202020204" pitchFamily="34" charset="77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2400">
                  <a:ln>
                    <a:solidFill>
                      <a:srgbClr val="1E3B52"/>
                    </a:solidFill>
                  </a:ln>
                  <a:solidFill>
                    <a:srgbClr val="1E3B52"/>
                  </a:solidFill>
                  <a:latin typeface="+mj-lt"/>
                </a:rPr>
                <a:t>3</a:t>
              </a:r>
              <a:endParaRPr kumimoji="0" lang="it-IT" sz="2400" b="0" i="0" u="none" strike="noStrike" kern="1200" cap="none" spc="0" normalizeH="0" baseline="0" noProof="0">
                <a:ln>
                  <a:solidFill>
                    <a:srgbClr val="1E3B52"/>
                  </a:solidFill>
                </a:ln>
                <a:solidFill>
                  <a:srgbClr val="1E3B52"/>
                </a:solidFill>
                <a:effectLst/>
                <a:uLnTx/>
                <a:uFillTx/>
                <a:latin typeface="+mj-lt"/>
                <a:ea typeface="+mj-ea"/>
                <a:cs typeface="+mj-cs"/>
              </a:endParaRPr>
            </a:p>
          </p:txBody>
        </p:sp>
      </p:grpSp>
      <p:sp>
        <p:nvSpPr>
          <p:cNvPr id="97" name="Rettangolo 96">
            <a:extLst>
              <a:ext uri="{FF2B5EF4-FFF2-40B4-BE49-F238E27FC236}">
                <a16:creationId xmlns:a16="http://schemas.microsoft.com/office/drawing/2014/main" id="{6B0D3533-F3A3-73CC-1C30-8C14593395E3}"/>
              </a:ext>
            </a:extLst>
          </p:cNvPr>
          <p:cNvSpPr/>
          <p:nvPr/>
        </p:nvSpPr>
        <p:spPr>
          <a:xfrm>
            <a:off x="8945471" y="4322144"/>
            <a:ext cx="2848099" cy="230095"/>
          </a:xfrm>
          <a:prstGeom prst="rect">
            <a:avLst/>
          </a:prstGeom>
          <a:solidFill>
            <a:schemeClr val="accent1"/>
          </a:solidFill>
          <a:ln w="28575">
            <a:solidFill>
              <a:srgbClr val="1F3D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alpha val="94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REPORTING</a:t>
            </a:r>
          </a:p>
        </p:txBody>
      </p:sp>
      <p:sp>
        <p:nvSpPr>
          <p:cNvPr id="98" name="Rettangolo 97">
            <a:extLst>
              <a:ext uri="{FF2B5EF4-FFF2-40B4-BE49-F238E27FC236}">
                <a16:creationId xmlns:a16="http://schemas.microsoft.com/office/drawing/2014/main" id="{00F58CE9-D9B7-D340-B3E5-3E0951F6F879}"/>
              </a:ext>
            </a:extLst>
          </p:cNvPr>
          <p:cNvSpPr/>
          <p:nvPr/>
        </p:nvSpPr>
        <p:spPr>
          <a:xfrm>
            <a:off x="8945471" y="4562218"/>
            <a:ext cx="2848099" cy="15586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1F3D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>
                <a:solidFill>
                  <a:schemeClr val="tx1"/>
                </a:solidFill>
              </a:rPr>
              <a:t>Disclosure</a:t>
            </a:r>
            <a:r>
              <a:rPr lang="en-US" sz="1200">
                <a:solidFill>
                  <a:schemeClr val="tx1"/>
                </a:solidFill>
              </a:rPr>
              <a:t> of the following elements: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chemeClr val="tx1"/>
                </a:solidFill>
              </a:rPr>
              <a:t>Process</a:t>
            </a:r>
            <a:r>
              <a:rPr lang="en-US" sz="1200">
                <a:solidFill>
                  <a:schemeClr val="tx1"/>
                </a:solidFill>
              </a:rPr>
              <a:t> for determining relevant IROs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chemeClr val="tx1"/>
                </a:solidFill>
              </a:rPr>
              <a:t>Criteria</a:t>
            </a:r>
            <a:r>
              <a:rPr lang="en-US" sz="1200">
                <a:solidFill>
                  <a:schemeClr val="tx1"/>
                </a:solidFill>
              </a:rPr>
              <a:t> for identifying materiality </a:t>
            </a:r>
            <a:r>
              <a:rPr lang="en-US" sz="1200" b="1">
                <a:solidFill>
                  <a:schemeClr val="tx1"/>
                </a:solidFill>
              </a:rPr>
              <a:t>thresholds</a:t>
            </a:r>
            <a:endParaRPr lang="en-US" sz="12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chemeClr val="tx1"/>
                </a:solidFill>
              </a:rPr>
              <a:t>Relevant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b="1">
                <a:solidFill>
                  <a:schemeClr val="tx1"/>
                </a:solidFill>
              </a:rPr>
              <a:t>IRO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b="1">
                <a:solidFill>
                  <a:schemeClr val="tx1"/>
                </a:solidFill>
              </a:rPr>
              <a:t>list</a:t>
            </a:r>
            <a:r>
              <a:rPr lang="en-US" sz="1200">
                <a:solidFill>
                  <a:schemeClr val="tx1"/>
                </a:solidFill>
              </a:rPr>
              <a:t> and </a:t>
            </a:r>
            <a:r>
              <a:rPr lang="en-US" sz="1200" b="1">
                <a:solidFill>
                  <a:schemeClr val="tx1"/>
                </a:solidFill>
              </a:rPr>
              <a:t>interaction</a:t>
            </a:r>
            <a:r>
              <a:rPr lang="en-US" sz="1200">
                <a:solidFill>
                  <a:schemeClr val="tx1"/>
                </a:solidFill>
              </a:rPr>
              <a:t> with </a:t>
            </a:r>
            <a:r>
              <a:rPr lang="en-US" sz="1200" b="1">
                <a:solidFill>
                  <a:schemeClr val="tx1"/>
                </a:solidFill>
              </a:rPr>
              <a:t>strategy</a:t>
            </a:r>
            <a:r>
              <a:rPr lang="en-US" sz="1200">
                <a:solidFill>
                  <a:schemeClr val="tx1"/>
                </a:solidFill>
              </a:rPr>
              <a:t> and </a:t>
            </a:r>
            <a:r>
              <a:rPr lang="en-US" sz="1200" b="1">
                <a:solidFill>
                  <a:schemeClr val="tx1"/>
                </a:solidFill>
              </a:rPr>
              <a:t>business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b="1">
                <a:solidFill>
                  <a:schemeClr val="tx1"/>
                </a:solidFill>
              </a:rPr>
              <a:t>model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99" name="Rettangolo 98">
            <a:extLst>
              <a:ext uri="{FF2B5EF4-FFF2-40B4-BE49-F238E27FC236}">
                <a16:creationId xmlns:a16="http://schemas.microsoft.com/office/drawing/2014/main" id="{63393E4F-EC79-3CF2-F35E-C2B278D40957}"/>
              </a:ext>
            </a:extLst>
          </p:cNvPr>
          <p:cNvSpPr/>
          <p:nvPr/>
        </p:nvSpPr>
        <p:spPr>
          <a:xfrm>
            <a:off x="9240383" y="4078019"/>
            <a:ext cx="2672059" cy="192021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400"/>
            <a:r>
              <a:rPr lang="it-IT" sz="1050" i="1">
                <a:solidFill>
                  <a:schemeClr val="tx1"/>
                </a:solidFill>
              </a:rPr>
              <a:t>Fiscal </a:t>
            </a:r>
            <a:r>
              <a:rPr lang="it-IT" sz="1050" i="1" err="1">
                <a:solidFill>
                  <a:schemeClr val="tx1"/>
                </a:solidFill>
              </a:rPr>
              <a:t>year</a:t>
            </a:r>
            <a:r>
              <a:rPr lang="it-IT" sz="1050" i="1">
                <a:solidFill>
                  <a:schemeClr val="tx1"/>
                </a:solidFill>
              </a:rPr>
              <a:t> 2025 (</a:t>
            </a:r>
            <a:r>
              <a:rPr lang="it-IT" sz="1050" i="1" err="1">
                <a:solidFill>
                  <a:schemeClr val="tx1"/>
                </a:solidFill>
              </a:rPr>
              <a:t>published</a:t>
            </a:r>
            <a:r>
              <a:rPr lang="it-IT" sz="1050" i="1">
                <a:solidFill>
                  <a:schemeClr val="tx1"/>
                </a:solidFill>
              </a:rPr>
              <a:t> in 2026)</a:t>
            </a:r>
          </a:p>
        </p:txBody>
      </p:sp>
      <p:sp>
        <p:nvSpPr>
          <p:cNvPr id="100" name="Rettangolo 99">
            <a:extLst>
              <a:ext uri="{FF2B5EF4-FFF2-40B4-BE49-F238E27FC236}">
                <a16:creationId xmlns:a16="http://schemas.microsoft.com/office/drawing/2014/main" id="{5F4EDC03-91F1-DBAF-FFBF-D0B7BEF81E50}"/>
              </a:ext>
            </a:extLst>
          </p:cNvPr>
          <p:cNvSpPr/>
          <p:nvPr/>
        </p:nvSpPr>
        <p:spPr>
          <a:xfrm>
            <a:off x="8945470" y="2136137"/>
            <a:ext cx="2848099" cy="327711"/>
          </a:xfrm>
          <a:prstGeom prst="rect">
            <a:avLst/>
          </a:prstGeom>
          <a:solidFill>
            <a:schemeClr val="accent1"/>
          </a:solidFill>
          <a:ln w="28575">
            <a:solidFill>
              <a:srgbClr val="1F3D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alpha val="94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SUSTAINABILITY PLAN</a:t>
            </a:r>
          </a:p>
        </p:txBody>
      </p:sp>
      <p:sp>
        <p:nvSpPr>
          <p:cNvPr id="101" name="Rettangolo 100">
            <a:extLst>
              <a:ext uri="{FF2B5EF4-FFF2-40B4-BE49-F238E27FC236}">
                <a16:creationId xmlns:a16="http://schemas.microsoft.com/office/drawing/2014/main" id="{9EAEF946-C53D-18A4-0A2C-953F2323DC10}"/>
              </a:ext>
            </a:extLst>
          </p:cNvPr>
          <p:cNvSpPr/>
          <p:nvPr/>
        </p:nvSpPr>
        <p:spPr>
          <a:xfrm>
            <a:off x="8953687" y="2463849"/>
            <a:ext cx="2848099" cy="11639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1F3D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</a:rPr>
              <a:t>Main </a:t>
            </a:r>
            <a:r>
              <a:rPr lang="en-US" sz="1400" b="1">
                <a:solidFill>
                  <a:schemeClr val="tx1"/>
                </a:solidFill>
              </a:rPr>
              <a:t>actions</a:t>
            </a:r>
            <a:r>
              <a:rPr lang="en-US" sz="1400">
                <a:solidFill>
                  <a:schemeClr val="tx1"/>
                </a:solidFill>
              </a:rPr>
              <a:t> drafting </a:t>
            </a:r>
            <a:r>
              <a:rPr lang="en-US" sz="1400" b="1">
                <a:solidFill>
                  <a:schemeClr val="tx1"/>
                </a:solidFill>
              </a:rPr>
              <a:t>based on </a:t>
            </a:r>
            <a:r>
              <a:rPr lang="en-US" sz="1400">
                <a:solidFill>
                  <a:schemeClr val="tx1"/>
                </a:solidFill>
              </a:rPr>
              <a:t>the </a:t>
            </a:r>
            <a:r>
              <a:rPr lang="en-US" sz="1400" b="1">
                <a:solidFill>
                  <a:schemeClr val="tx1"/>
                </a:solidFill>
              </a:rPr>
              <a:t>DMA results </a:t>
            </a:r>
            <a:r>
              <a:rPr lang="en-US" sz="1400">
                <a:solidFill>
                  <a:schemeClr val="tx1"/>
                </a:solidFill>
              </a:rPr>
              <a:t>and relevant </a:t>
            </a:r>
            <a:r>
              <a:rPr lang="en-US" sz="1400" b="1">
                <a:solidFill>
                  <a:schemeClr val="tx1"/>
                </a:solidFill>
              </a:rPr>
              <a:t>ESRS topics</a:t>
            </a:r>
            <a:r>
              <a:rPr lang="en-US" sz="14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02" name="Freccia in giù 101">
            <a:extLst>
              <a:ext uri="{FF2B5EF4-FFF2-40B4-BE49-F238E27FC236}">
                <a16:creationId xmlns:a16="http://schemas.microsoft.com/office/drawing/2014/main" id="{642D4316-1A5F-00A2-A8B4-66A8F4B12764}"/>
              </a:ext>
            </a:extLst>
          </p:cNvPr>
          <p:cNvSpPr/>
          <p:nvPr/>
        </p:nvSpPr>
        <p:spPr>
          <a:xfrm>
            <a:off x="10221725" y="3516434"/>
            <a:ext cx="312021" cy="417125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it-IT" sz="2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944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3EC7F-121E-F481-0DD8-5FFACC5F8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30CEAEF6-FF2F-5663-4601-2A9C44719522}"/>
              </a:ext>
            </a:extLst>
          </p:cNvPr>
          <p:cNvSpPr txBox="1">
            <a:spLocks/>
          </p:cNvSpPr>
          <p:nvPr/>
        </p:nvSpPr>
        <p:spPr>
          <a:xfrm>
            <a:off x="241540" y="97706"/>
            <a:ext cx="10868420" cy="695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b="1">
                <a:solidFill>
                  <a:srgbClr val="21B8C6"/>
                </a:solidFill>
              </a:rPr>
              <a:t>Double Materiality Assessment (3/3) 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24DA411B-F4BE-3F24-E49F-192C447E7A9B}"/>
              </a:ext>
            </a:extLst>
          </p:cNvPr>
          <p:cNvCxnSpPr>
            <a:cxnSpLocks/>
          </p:cNvCxnSpPr>
          <p:nvPr/>
        </p:nvCxnSpPr>
        <p:spPr>
          <a:xfrm>
            <a:off x="170328" y="782731"/>
            <a:ext cx="2133600" cy="3992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405CA0-F744-6C32-2F19-27052F51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149-7DE5-45BF-BC84-73B9E7ABF444}" type="slidenum">
              <a:rPr lang="it-IT" smtClean="0"/>
              <a:t>5</a:t>
            </a:fld>
            <a:endParaRPr lang="it-IT"/>
          </a:p>
        </p:txBody>
      </p:sp>
      <p:graphicFrame>
        <p:nvGraphicFramePr>
          <p:cNvPr id="2" name="Tabella 7">
            <a:extLst>
              <a:ext uri="{FF2B5EF4-FFF2-40B4-BE49-F238E27FC236}">
                <a16:creationId xmlns:a16="http://schemas.microsoft.com/office/drawing/2014/main" id="{1EA6438A-9552-ECF0-7D88-BFBD09377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861291"/>
              </p:ext>
            </p:extLst>
          </p:nvPr>
        </p:nvGraphicFramePr>
        <p:xfrm>
          <a:off x="333013" y="1020909"/>
          <a:ext cx="11397958" cy="44075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058">
                  <a:extLst>
                    <a:ext uri="{9D8B030D-6E8A-4147-A177-3AD203B41FA5}">
                      <a16:colId xmlns:a16="http://schemas.microsoft.com/office/drawing/2014/main" val="339077643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58835885"/>
                    </a:ext>
                  </a:extLst>
                </a:gridCol>
                <a:gridCol w="1895861">
                  <a:extLst>
                    <a:ext uri="{9D8B030D-6E8A-4147-A177-3AD203B41FA5}">
                      <a16:colId xmlns:a16="http://schemas.microsoft.com/office/drawing/2014/main" val="2004031998"/>
                    </a:ext>
                  </a:extLst>
                </a:gridCol>
                <a:gridCol w="1895861">
                  <a:extLst>
                    <a:ext uri="{9D8B030D-6E8A-4147-A177-3AD203B41FA5}">
                      <a16:colId xmlns:a16="http://schemas.microsoft.com/office/drawing/2014/main" val="3794945063"/>
                    </a:ext>
                  </a:extLst>
                </a:gridCol>
                <a:gridCol w="1895861">
                  <a:extLst>
                    <a:ext uri="{9D8B030D-6E8A-4147-A177-3AD203B41FA5}">
                      <a16:colId xmlns:a16="http://schemas.microsoft.com/office/drawing/2014/main" val="366626475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64712935"/>
                    </a:ext>
                  </a:extLst>
                </a:gridCol>
                <a:gridCol w="1960757">
                  <a:extLst>
                    <a:ext uri="{9D8B030D-6E8A-4147-A177-3AD203B41FA5}">
                      <a16:colId xmlns:a16="http://schemas.microsoft.com/office/drawing/2014/main" val="2496285896"/>
                    </a:ext>
                  </a:extLst>
                </a:gridCol>
              </a:tblGrid>
              <a:tr h="540427">
                <a:tc>
                  <a:txBody>
                    <a:bodyPr/>
                    <a:lstStyle/>
                    <a:p>
                      <a:pPr algn="l"/>
                      <a:r>
                        <a:rPr lang="it-IT" sz="14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ESRS TOPICS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>
                        <a:solidFill>
                          <a:schemeClr val="tx1"/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1"/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IMPACTS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1"/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RISKS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1"/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OPPORTUNITIES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400">
                        <a:solidFill>
                          <a:schemeClr val="tx1"/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1"/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DOUBLE MATERIALITY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241482"/>
                  </a:ext>
                </a:extLst>
              </a:tr>
              <a:tr h="340988">
                <a:tc>
                  <a:txBody>
                    <a:bodyPr/>
                    <a:lstStyle/>
                    <a:p>
                      <a:r>
                        <a:rPr lang="it-IT" sz="1200" b="1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E1 CLIMATE CHANGE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2191CF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219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747491"/>
                  </a:ext>
                </a:extLst>
              </a:tr>
              <a:tr h="340988">
                <a:tc>
                  <a:txBody>
                    <a:bodyPr/>
                    <a:lstStyle/>
                    <a:p>
                      <a:r>
                        <a:rPr lang="it-IT" sz="1200" b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E2 POLLUTION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678955"/>
                  </a:ext>
                </a:extLst>
              </a:tr>
              <a:tr h="340988">
                <a:tc>
                  <a:txBody>
                    <a:bodyPr/>
                    <a:lstStyle/>
                    <a:p>
                      <a:r>
                        <a:rPr lang="it-IT" sz="1200" b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E3 WATER AND MARINE RESOURCES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012238"/>
                  </a:ext>
                </a:extLst>
              </a:tr>
              <a:tr h="340988">
                <a:tc>
                  <a:txBody>
                    <a:bodyPr/>
                    <a:lstStyle/>
                    <a:p>
                      <a:r>
                        <a:rPr lang="it-IT" sz="1200" b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E4 BIODIVERSITY AND ECOSYSTEMS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D6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776792"/>
                  </a:ext>
                </a:extLst>
              </a:tr>
              <a:tr h="340988">
                <a:tc>
                  <a:txBody>
                    <a:bodyPr/>
                    <a:lstStyle/>
                    <a:p>
                      <a:r>
                        <a:rPr lang="it-IT" sz="1200" b="1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E5 CIRCULAR ECONOMY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498167"/>
                  </a:ext>
                </a:extLst>
              </a:tr>
              <a:tr h="340988">
                <a:tc>
                  <a:txBody>
                    <a:bodyPr/>
                    <a:lstStyle/>
                    <a:p>
                      <a:r>
                        <a:rPr lang="it-IT" sz="1200" b="1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S1 OWN WORKFORCE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40960"/>
                  </a:ext>
                </a:extLst>
              </a:tr>
              <a:tr h="340988"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rgbClr val="000000"/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S2 WORKERS IN THE VALUE CHAIN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D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861420"/>
                  </a:ext>
                </a:extLst>
              </a:tr>
              <a:tr h="340988">
                <a:tc>
                  <a:txBody>
                    <a:bodyPr/>
                    <a:lstStyle/>
                    <a:p>
                      <a:r>
                        <a:rPr lang="it-IT" sz="1200" b="1" dirty="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S3 AFFECTED COMMUNITIES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D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342312"/>
                  </a:ext>
                </a:extLst>
              </a:tr>
              <a:tr h="340988">
                <a:tc>
                  <a:txBody>
                    <a:bodyPr/>
                    <a:lstStyle/>
                    <a:p>
                      <a:r>
                        <a:rPr lang="it-IT" sz="1200" b="1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S4 CONSUMERS AND END USERS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804598"/>
                  </a:ext>
                </a:extLst>
              </a:tr>
              <a:tr h="340988">
                <a:tc>
                  <a:txBody>
                    <a:bodyPr/>
                    <a:lstStyle/>
                    <a:p>
                      <a:r>
                        <a:rPr lang="it-IT" sz="1200" b="1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G1 BUSINESS CONDUCT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404801"/>
                  </a:ext>
                </a:extLst>
              </a:tr>
              <a:tr h="340988">
                <a:tc>
                  <a:txBody>
                    <a:bodyPr/>
                    <a:lstStyle/>
                    <a:p>
                      <a:r>
                        <a:rPr lang="it-IT" sz="1200" b="1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ENTITY SPECIFIC – INNOVATION AND DIGITIZATION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1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b="1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470629"/>
                  </a:ext>
                </a:extLst>
              </a:tr>
            </a:tbl>
          </a:graphicData>
        </a:graphic>
      </p:graphicFrame>
      <p:sp>
        <p:nvSpPr>
          <p:cNvPr id="4" name="Rettangolo 3">
            <a:extLst>
              <a:ext uri="{FF2B5EF4-FFF2-40B4-BE49-F238E27FC236}">
                <a16:creationId xmlns:a16="http://schemas.microsoft.com/office/drawing/2014/main" id="{EE8474FA-0AE9-2CA2-33F7-6B6F6D40D5B4}"/>
              </a:ext>
            </a:extLst>
          </p:cNvPr>
          <p:cNvSpPr/>
          <p:nvPr/>
        </p:nvSpPr>
        <p:spPr>
          <a:xfrm>
            <a:off x="9651031" y="894985"/>
            <a:ext cx="2232000" cy="4792717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DD89AC5B-BCD3-3B2D-441B-3DD00B72A26C}"/>
              </a:ext>
            </a:extLst>
          </p:cNvPr>
          <p:cNvGrpSpPr/>
          <p:nvPr/>
        </p:nvGrpSpPr>
        <p:grpSpPr>
          <a:xfrm>
            <a:off x="3051975" y="5832610"/>
            <a:ext cx="7236822" cy="261610"/>
            <a:chOff x="2810589" y="6069683"/>
            <a:chExt cx="7236822" cy="261610"/>
          </a:xfrm>
        </p:grpSpPr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18405D44-B466-B56B-2363-A0A3E7F00F8B}"/>
                </a:ext>
              </a:extLst>
            </p:cNvPr>
            <p:cNvSpPr txBox="1"/>
            <p:nvPr/>
          </p:nvSpPr>
          <p:spPr>
            <a:xfrm>
              <a:off x="2810589" y="6069683"/>
              <a:ext cx="35865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100">
                  <a:ea typeface="Calibri" panose="020F0502020204030204" pitchFamily="34" charset="0"/>
                  <a:cs typeface="Calibri" panose="020F0502020204030204" pitchFamily="34" charset="0"/>
                </a:rPr>
                <a:t>Legend:</a:t>
              </a:r>
            </a:p>
          </p:txBody>
        </p:sp>
        <p:grpSp>
          <p:nvGrpSpPr>
            <p:cNvPr id="8" name="Gruppo 7">
              <a:extLst>
                <a:ext uri="{FF2B5EF4-FFF2-40B4-BE49-F238E27FC236}">
                  <a16:creationId xmlns:a16="http://schemas.microsoft.com/office/drawing/2014/main" id="{BD6C5EB5-8FFB-45C1-591F-46A5D0402B32}"/>
                </a:ext>
              </a:extLst>
            </p:cNvPr>
            <p:cNvGrpSpPr/>
            <p:nvPr/>
          </p:nvGrpSpPr>
          <p:grpSpPr>
            <a:xfrm>
              <a:off x="3645455" y="6077377"/>
              <a:ext cx="1550620" cy="253916"/>
              <a:chOff x="3645455" y="6077377"/>
              <a:chExt cx="1550620" cy="253916"/>
            </a:xfrm>
          </p:grpSpPr>
          <p:sp>
            <p:nvSpPr>
              <p:cNvPr id="25" name="Ovale 24">
                <a:extLst>
                  <a:ext uri="{FF2B5EF4-FFF2-40B4-BE49-F238E27FC236}">
                    <a16:creationId xmlns:a16="http://schemas.microsoft.com/office/drawing/2014/main" id="{4ED974CC-8B6E-1878-E1A0-ABC65EA0750B}"/>
                  </a:ext>
                </a:extLst>
              </p:cNvPr>
              <p:cNvSpPr/>
              <p:nvPr/>
            </p:nvSpPr>
            <p:spPr>
              <a:xfrm>
                <a:off x="3645455" y="6138387"/>
                <a:ext cx="144000" cy="144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310CFACB-3378-3231-5383-9514B5CD4F3B}"/>
                  </a:ext>
                </a:extLst>
              </p:cNvPr>
              <p:cNvSpPr txBox="1"/>
              <p:nvPr/>
            </p:nvSpPr>
            <p:spPr>
              <a:xfrm>
                <a:off x="3789455" y="6077377"/>
                <a:ext cx="1406620" cy="25391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r>
                  <a:rPr lang="it-IT" sz="1050">
                    <a:ea typeface="Calibri"/>
                    <a:cs typeface="Calibri"/>
                  </a:rPr>
                  <a:t>Not </a:t>
                </a:r>
                <a:r>
                  <a:rPr lang="it-IT" sz="1050" err="1">
                    <a:ea typeface="Calibri"/>
                    <a:cs typeface="Calibri"/>
                  </a:rPr>
                  <a:t>applicable</a:t>
                </a:r>
                <a:endParaRPr lang="it-IT" sz="1050"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0" name="Gruppo 9">
              <a:extLst>
                <a:ext uri="{FF2B5EF4-FFF2-40B4-BE49-F238E27FC236}">
                  <a16:creationId xmlns:a16="http://schemas.microsoft.com/office/drawing/2014/main" id="{B047EA9C-73BF-84D4-4F70-30D1CBF59BBC}"/>
                </a:ext>
              </a:extLst>
            </p:cNvPr>
            <p:cNvGrpSpPr/>
            <p:nvPr/>
          </p:nvGrpSpPr>
          <p:grpSpPr>
            <a:xfrm>
              <a:off x="5062074" y="6077377"/>
              <a:ext cx="1332000" cy="253916"/>
              <a:chOff x="5062074" y="6077377"/>
              <a:chExt cx="1332000" cy="253916"/>
            </a:xfrm>
          </p:grpSpPr>
          <p:sp>
            <p:nvSpPr>
              <p:cNvPr id="23" name="Ovale 22">
                <a:extLst>
                  <a:ext uri="{FF2B5EF4-FFF2-40B4-BE49-F238E27FC236}">
                    <a16:creationId xmlns:a16="http://schemas.microsoft.com/office/drawing/2014/main" id="{D42B9781-9FD1-B34A-89C1-9CB213A2EA83}"/>
                  </a:ext>
                </a:extLst>
              </p:cNvPr>
              <p:cNvSpPr/>
              <p:nvPr/>
            </p:nvSpPr>
            <p:spPr>
              <a:xfrm>
                <a:off x="5062074" y="6138387"/>
                <a:ext cx="144000" cy="144000"/>
              </a:xfrm>
              <a:prstGeom prst="ellipse">
                <a:avLst/>
              </a:prstGeom>
              <a:solidFill>
                <a:srgbClr val="D6DCE4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A436624E-B807-7696-2E81-FBB417AC53B2}"/>
                  </a:ext>
                </a:extLst>
              </p:cNvPr>
              <p:cNvSpPr txBox="1"/>
              <p:nvPr/>
            </p:nvSpPr>
            <p:spPr>
              <a:xfrm>
                <a:off x="5206074" y="6077377"/>
                <a:ext cx="118800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050">
                    <a:ea typeface="Calibri" panose="020F0502020204030204" pitchFamily="34" charset="0"/>
                    <a:cs typeface="Calibri" panose="020F0502020204030204" pitchFamily="34" charset="0"/>
                  </a:rPr>
                  <a:t>Not </a:t>
                </a:r>
                <a:r>
                  <a:rPr lang="it-IT" sz="1050" err="1">
                    <a:ea typeface="Calibri" panose="020F0502020204030204" pitchFamily="34" charset="0"/>
                    <a:cs typeface="Calibri" panose="020F0502020204030204" pitchFamily="34" charset="0"/>
                  </a:rPr>
                  <a:t>relevant</a:t>
                </a:r>
                <a:endParaRPr lang="it-IT" sz="1050"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E103576A-99BC-22D3-8E10-0266C3CF027F}"/>
                </a:ext>
              </a:extLst>
            </p:cNvPr>
            <p:cNvGrpSpPr/>
            <p:nvPr/>
          </p:nvGrpSpPr>
          <p:grpSpPr>
            <a:xfrm>
              <a:off x="6291130" y="6077377"/>
              <a:ext cx="1332000" cy="253916"/>
              <a:chOff x="6291130" y="6077377"/>
              <a:chExt cx="1332000" cy="253916"/>
            </a:xfrm>
          </p:grpSpPr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253DD038-7113-A11C-39CF-FEC5222EAEA7}"/>
                  </a:ext>
                </a:extLst>
              </p:cNvPr>
              <p:cNvSpPr/>
              <p:nvPr/>
            </p:nvSpPr>
            <p:spPr>
              <a:xfrm>
                <a:off x="6291130" y="6138387"/>
                <a:ext cx="144000" cy="1440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F97B9001-5C8F-E5B3-9B70-7979302B5BD3}"/>
                  </a:ext>
                </a:extLst>
              </p:cNvPr>
              <p:cNvSpPr txBox="1"/>
              <p:nvPr/>
            </p:nvSpPr>
            <p:spPr>
              <a:xfrm>
                <a:off x="6435130" y="6077377"/>
                <a:ext cx="118800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050">
                    <a:ea typeface="Calibri" panose="020F0502020204030204" pitchFamily="34" charset="0"/>
                    <a:cs typeface="Calibri" panose="020F0502020204030204" pitchFamily="34" charset="0"/>
                  </a:rPr>
                  <a:t>Low</a:t>
                </a:r>
              </a:p>
            </p:txBody>
          </p:sp>
        </p:grpSp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0F5732AE-2A39-6B3D-CAC0-EB7E7C8FE2E2}"/>
                </a:ext>
              </a:extLst>
            </p:cNvPr>
            <p:cNvGrpSpPr/>
            <p:nvPr/>
          </p:nvGrpSpPr>
          <p:grpSpPr>
            <a:xfrm>
              <a:off x="7131871" y="6077377"/>
              <a:ext cx="1332000" cy="253916"/>
              <a:chOff x="7131871" y="6077377"/>
              <a:chExt cx="1332000" cy="253916"/>
            </a:xfrm>
          </p:grpSpPr>
          <p:sp>
            <p:nvSpPr>
              <p:cNvPr id="19" name="Ovale 18">
                <a:extLst>
                  <a:ext uri="{FF2B5EF4-FFF2-40B4-BE49-F238E27FC236}">
                    <a16:creationId xmlns:a16="http://schemas.microsoft.com/office/drawing/2014/main" id="{4347556A-255D-ADC8-FE77-504733003943}"/>
                  </a:ext>
                </a:extLst>
              </p:cNvPr>
              <p:cNvSpPr/>
              <p:nvPr/>
            </p:nvSpPr>
            <p:spPr>
              <a:xfrm>
                <a:off x="7131871" y="6138387"/>
                <a:ext cx="144000" cy="144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D579F48A-69D0-F4FF-BA87-597BBE3F2F8F}"/>
                  </a:ext>
                </a:extLst>
              </p:cNvPr>
              <p:cNvSpPr txBox="1"/>
              <p:nvPr/>
            </p:nvSpPr>
            <p:spPr>
              <a:xfrm>
                <a:off x="7275871" y="6077377"/>
                <a:ext cx="118800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050">
                    <a:ea typeface="Calibri" panose="020F0502020204030204" pitchFamily="34" charset="0"/>
                    <a:cs typeface="Calibri" panose="020F0502020204030204" pitchFamily="34" charset="0"/>
                  </a:rPr>
                  <a:t>Medium</a:t>
                </a:r>
              </a:p>
            </p:txBody>
          </p:sp>
        </p:grpSp>
        <p:grpSp>
          <p:nvGrpSpPr>
            <p:cNvPr id="13" name="Gruppo 12">
              <a:extLst>
                <a:ext uri="{FF2B5EF4-FFF2-40B4-BE49-F238E27FC236}">
                  <a16:creationId xmlns:a16="http://schemas.microsoft.com/office/drawing/2014/main" id="{76AB2F81-EE6D-6F1D-B1B9-CA09BB39CA6B}"/>
                </a:ext>
              </a:extLst>
            </p:cNvPr>
            <p:cNvGrpSpPr/>
            <p:nvPr/>
          </p:nvGrpSpPr>
          <p:grpSpPr>
            <a:xfrm>
              <a:off x="8012163" y="6077377"/>
              <a:ext cx="1332000" cy="253916"/>
              <a:chOff x="8012163" y="6077377"/>
              <a:chExt cx="1332000" cy="253916"/>
            </a:xfrm>
          </p:grpSpPr>
          <p:sp>
            <p:nvSpPr>
              <p:cNvPr id="17" name="Ovale 16">
                <a:extLst>
                  <a:ext uri="{FF2B5EF4-FFF2-40B4-BE49-F238E27FC236}">
                    <a16:creationId xmlns:a16="http://schemas.microsoft.com/office/drawing/2014/main" id="{92CC1C63-6FF3-F94A-7207-D14A4DE4A08E}"/>
                  </a:ext>
                </a:extLst>
              </p:cNvPr>
              <p:cNvSpPr/>
              <p:nvPr/>
            </p:nvSpPr>
            <p:spPr>
              <a:xfrm>
                <a:off x="8012163" y="6138387"/>
                <a:ext cx="144000" cy="144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303F9DDA-7EFB-B02F-550A-680EDFF17CA1}"/>
                  </a:ext>
                </a:extLst>
              </p:cNvPr>
              <p:cNvSpPr txBox="1"/>
              <p:nvPr/>
            </p:nvSpPr>
            <p:spPr>
              <a:xfrm>
                <a:off x="8156163" y="6077377"/>
                <a:ext cx="118800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050">
                    <a:ea typeface="Calibri" panose="020F0502020204030204" pitchFamily="34" charset="0"/>
                    <a:cs typeface="Calibri" panose="020F0502020204030204" pitchFamily="34" charset="0"/>
                  </a:rPr>
                  <a:t>High</a:t>
                </a:r>
              </a:p>
            </p:txBody>
          </p:sp>
        </p:grpSp>
        <p:grpSp>
          <p:nvGrpSpPr>
            <p:cNvPr id="14" name="Gruppo 13">
              <a:extLst>
                <a:ext uri="{FF2B5EF4-FFF2-40B4-BE49-F238E27FC236}">
                  <a16:creationId xmlns:a16="http://schemas.microsoft.com/office/drawing/2014/main" id="{83C536AD-80B8-BB8B-46A1-AF7C0FBE66DE}"/>
                </a:ext>
              </a:extLst>
            </p:cNvPr>
            <p:cNvGrpSpPr/>
            <p:nvPr/>
          </p:nvGrpSpPr>
          <p:grpSpPr>
            <a:xfrm>
              <a:off x="8715411" y="6077377"/>
              <a:ext cx="1332000" cy="253916"/>
              <a:chOff x="8012163" y="6077377"/>
              <a:chExt cx="1332000" cy="253916"/>
            </a:xfrm>
          </p:grpSpPr>
          <p:sp>
            <p:nvSpPr>
              <p:cNvPr id="15" name="Ovale 14">
                <a:extLst>
                  <a:ext uri="{FF2B5EF4-FFF2-40B4-BE49-F238E27FC236}">
                    <a16:creationId xmlns:a16="http://schemas.microsoft.com/office/drawing/2014/main" id="{181BBE3B-9446-B9DD-B6CA-D80C61436E78}"/>
                  </a:ext>
                </a:extLst>
              </p:cNvPr>
              <p:cNvSpPr/>
              <p:nvPr/>
            </p:nvSpPr>
            <p:spPr>
              <a:xfrm>
                <a:off x="8012163" y="6138387"/>
                <a:ext cx="144000" cy="144000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6A8FF328-0330-C9F5-6A3B-F759DAD931F8}"/>
                  </a:ext>
                </a:extLst>
              </p:cNvPr>
              <p:cNvSpPr txBox="1"/>
              <p:nvPr/>
            </p:nvSpPr>
            <p:spPr>
              <a:xfrm>
                <a:off x="8156163" y="6077377"/>
                <a:ext cx="118800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050" err="1">
                    <a:ea typeface="Calibri" panose="020F0502020204030204" pitchFamily="34" charset="0"/>
                    <a:cs typeface="Calibri" panose="020F0502020204030204" pitchFamily="34" charset="0"/>
                  </a:rPr>
                  <a:t>Very</a:t>
                </a:r>
                <a:r>
                  <a:rPr lang="it-IT" sz="1050">
                    <a:ea typeface="Calibri" panose="020F0502020204030204" pitchFamily="34" charset="0"/>
                    <a:cs typeface="Calibri" panose="020F0502020204030204" pitchFamily="34" charset="0"/>
                  </a:rPr>
                  <a:t> high</a:t>
                </a:r>
              </a:p>
            </p:txBody>
          </p:sp>
        </p:grpSp>
      </p:grpSp>
      <p:sp>
        <p:nvSpPr>
          <p:cNvPr id="27" name="Rettangolo 26">
            <a:extLst>
              <a:ext uri="{FF2B5EF4-FFF2-40B4-BE49-F238E27FC236}">
                <a16:creationId xmlns:a16="http://schemas.microsoft.com/office/drawing/2014/main" id="{3C255970-0BE9-C176-BA14-974A0FF42BDD}"/>
              </a:ext>
            </a:extLst>
          </p:cNvPr>
          <p:cNvSpPr/>
          <p:nvPr/>
        </p:nvSpPr>
        <p:spPr>
          <a:xfrm>
            <a:off x="7261055" y="5838675"/>
            <a:ext cx="2599362" cy="276093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903FF61F-D4A4-4085-E59B-D7822E0F0250}"/>
              </a:ext>
            </a:extLst>
          </p:cNvPr>
          <p:cNvSpPr txBox="1"/>
          <p:nvPr/>
        </p:nvSpPr>
        <p:spPr>
          <a:xfrm>
            <a:off x="9877329" y="5847999"/>
            <a:ext cx="22456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t-IT"/>
            </a:defPPr>
            <a:lvl1pPr>
              <a:defRPr sz="900" b="1">
                <a:solidFill>
                  <a:srgbClr val="ED7D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sz="1000" err="1">
                <a:solidFill>
                  <a:schemeClr val="accent3">
                    <a:lumMod val="75000"/>
                  </a:schemeClr>
                </a:solidFill>
                <a:latin typeface="+mn-lt"/>
              </a:rPr>
              <a:t>Materiality</a:t>
            </a:r>
            <a:r>
              <a:rPr lang="it-IT" sz="1000">
                <a:solidFill>
                  <a:schemeClr val="accent3">
                    <a:lumMod val="75000"/>
                  </a:schemeClr>
                </a:solidFill>
                <a:latin typeface="+mn-lt"/>
              </a:rPr>
              <a:t> </a:t>
            </a:r>
            <a:r>
              <a:rPr lang="it-IT" sz="1000" err="1">
                <a:solidFill>
                  <a:schemeClr val="accent3">
                    <a:lumMod val="75000"/>
                  </a:schemeClr>
                </a:solidFill>
                <a:latin typeface="+mn-lt"/>
              </a:rPr>
              <a:t>threshold</a:t>
            </a:r>
            <a:endParaRPr lang="it-IT" sz="1000">
              <a:solidFill>
                <a:schemeClr val="accent3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D6BF96A9-A8E5-8D80-8691-65AF80306669}"/>
              </a:ext>
            </a:extLst>
          </p:cNvPr>
          <p:cNvSpPr/>
          <p:nvPr/>
        </p:nvSpPr>
        <p:spPr>
          <a:xfrm>
            <a:off x="8705257" y="338328"/>
            <a:ext cx="3241782" cy="2462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>
                <a:solidFill>
                  <a:srgbClr val="002060"/>
                </a:solidFill>
              </a:rPr>
              <a:t>FOR DISCUSSION</a:t>
            </a:r>
          </a:p>
        </p:txBody>
      </p:sp>
    </p:spTree>
    <p:extLst>
      <p:ext uri="{BB962C8B-B14F-4D97-AF65-F5344CB8AC3E}">
        <p14:creationId xmlns:p14="http://schemas.microsoft.com/office/powerpoint/2010/main" val="376456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C78F8-E279-AF6C-112B-A725D38F7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7BC5B5DA-A41F-F9AC-2ED2-FBA9C8B0D3BC}"/>
              </a:ext>
            </a:extLst>
          </p:cNvPr>
          <p:cNvSpPr txBox="1">
            <a:spLocks/>
          </p:cNvSpPr>
          <p:nvPr/>
        </p:nvSpPr>
        <p:spPr>
          <a:xfrm>
            <a:off x="241540" y="97706"/>
            <a:ext cx="6305564" cy="695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b="1">
                <a:solidFill>
                  <a:srgbClr val="21B8C6"/>
                </a:solidFill>
              </a:rPr>
              <a:t>Sustainability Plan Overview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25A963E4-60BE-1886-282C-65C18F06339F}"/>
              </a:ext>
            </a:extLst>
          </p:cNvPr>
          <p:cNvCxnSpPr>
            <a:cxnSpLocks/>
          </p:cNvCxnSpPr>
          <p:nvPr/>
        </p:nvCxnSpPr>
        <p:spPr>
          <a:xfrm>
            <a:off x="170328" y="6293686"/>
            <a:ext cx="2133600" cy="3992"/>
          </a:xfrm>
          <a:prstGeom prst="line">
            <a:avLst/>
          </a:prstGeom>
          <a:ln w="101600">
            <a:solidFill>
              <a:srgbClr val="21B8C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54F4C835-6333-56E3-195E-15D52C5A4447}"/>
              </a:ext>
            </a:extLst>
          </p:cNvPr>
          <p:cNvCxnSpPr>
            <a:cxnSpLocks/>
          </p:cNvCxnSpPr>
          <p:nvPr/>
        </p:nvCxnSpPr>
        <p:spPr>
          <a:xfrm>
            <a:off x="170328" y="782731"/>
            <a:ext cx="2133600" cy="3992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E43F572-3986-AABE-800D-FABFC7188A45}"/>
              </a:ext>
            </a:extLst>
          </p:cNvPr>
          <p:cNvSpPr txBox="1"/>
          <p:nvPr/>
        </p:nvSpPr>
        <p:spPr>
          <a:xfrm>
            <a:off x="170328" y="2662312"/>
            <a:ext cx="11712035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algn="l"/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1156692-4298-0271-5476-3AD6E9CE9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149-7DE5-45BF-BC84-73B9E7ABF444}" type="slidenum">
              <a:rPr lang="it-IT" smtClean="0"/>
              <a:t>6</a:t>
            </a:fld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FA4DE597-FDAB-BEC1-3FA7-50CD8CAD952F}"/>
              </a:ext>
            </a:extLst>
          </p:cNvPr>
          <p:cNvSpPr/>
          <p:nvPr/>
        </p:nvSpPr>
        <p:spPr>
          <a:xfrm>
            <a:off x="8705257" y="338328"/>
            <a:ext cx="3241782" cy="2462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>
                <a:solidFill>
                  <a:srgbClr val="002060"/>
                </a:solidFill>
              </a:rPr>
              <a:t>FOR DISCUSSION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4E8562BD-7D5C-22DD-0B7C-FE4E4A558369}"/>
              </a:ext>
            </a:extLst>
          </p:cNvPr>
          <p:cNvSpPr/>
          <p:nvPr/>
        </p:nvSpPr>
        <p:spPr>
          <a:xfrm>
            <a:off x="349777" y="1271016"/>
            <a:ext cx="5813279" cy="4472576"/>
          </a:xfrm>
          <a:prstGeom prst="rect">
            <a:avLst/>
          </a:prstGeom>
          <a:solidFill>
            <a:srgbClr val="B8EAEE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76">
            <a:extLst>
              <a:ext uri="{FF2B5EF4-FFF2-40B4-BE49-F238E27FC236}">
                <a16:creationId xmlns:a16="http://schemas.microsoft.com/office/drawing/2014/main" id="{46130ACD-6949-A280-7D2C-BD13D4E2989E}"/>
              </a:ext>
            </a:extLst>
          </p:cNvPr>
          <p:cNvSpPr/>
          <p:nvPr/>
        </p:nvSpPr>
        <p:spPr>
          <a:xfrm>
            <a:off x="170328" y="1478193"/>
            <a:ext cx="5736696" cy="400421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66">
            <a:extLst>
              <a:ext uri="{FF2B5EF4-FFF2-40B4-BE49-F238E27FC236}">
                <a16:creationId xmlns:a16="http://schemas.microsoft.com/office/drawing/2014/main" id="{40F8342B-99C6-9023-4FDF-8200E9922C0D}"/>
              </a:ext>
            </a:extLst>
          </p:cNvPr>
          <p:cNvSpPr txBox="1"/>
          <p:nvPr/>
        </p:nvSpPr>
        <p:spPr>
          <a:xfrm>
            <a:off x="349776" y="1740568"/>
            <a:ext cx="5477117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sz="1200" b="1" err="1">
                <a:solidFill>
                  <a:schemeClr val="accent2">
                    <a:lumMod val="50000"/>
                  </a:schemeClr>
                </a:solidFill>
                <a:latin typeface="+mj-lt"/>
              </a:rPr>
              <a:t>ZefiroNet</a:t>
            </a:r>
            <a:r>
              <a:rPr lang="en-US" sz="1200" b="1">
                <a:solidFill>
                  <a:schemeClr val="accent2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1200">
                <a:solidFill>
                  <a:schemeClr val="accent2">
                    <a:lumMod val="50000"/>
                  </a:schemeClr>
                </a:solidFill>
                <a:latin typeface="+mj-lt"/>
              </a:rPr>
              <a:t>embraces the challenges of </a:t>
            </a:r>
            <a:r>
              <a:rPr lang="en-US" sz="1200" b="1">
                <a:solidFill>
                  <a:schemeClr val="accent2">
                    <a:lumMod val="50000"/>
                  </a:schemeClr>
                </a:solidFill>
                <a:latin typeface="+mj-lt"/>
              </a:rPr>
              <a:t>digital transformation </a:t>
            </a:r>
            <a:r>
              <a:rPr lang="en-US" sz="1200">
                <a:solidFill>
                  <a:schemeClr val="accent2">
                    <a:lumMod val="50000"/>
                  </a:schemeClr>
                </a:solidFill>
                <a:latin typeface="+mj-lt"/>
              </a:rPr>
              <a:t>by addressing emerging </a:t>
            </a:r>
            <a:r>
              <a:rPr lang="en-US" sz="1200" b="1">
                <a:solidFill>
                  <a:schemeClr val="accent2">
                    <a:lumMod val="50000"/>
                  </a:schemeClr>
                </a:solidFill>
                <a:latin typeface="+mj-lt"/>
              </a:rPr>
              <a:t>socio-environmental needs </a:t>
            </a:r>
            <a:r>
              <a:rPr lang="en-US" sz="1200">
                <a:solidFill>
                  <a:schemeClr val="accent2">
                    <a:lumMod val="50000"/>
                  </a:schemeClr>
                </a:solidFill>
                <a:latin typeface="+mj-lt"/>
              </a:rPr>
              <a:t>and embedding </a:t>
            </a:r>
            <a:r>
              <a:rPr lang="en-US" sz="1200" b="1">
                <a:solidFill>
                  <a:schemeClr val="accent2">
                    <a:lumMod val="50000"/>
                  </a:schemeClr>
                </a:solidFill>
                <a:latin typeface="+mj-lt"/>
              </a:rPr>
              <a:t>sustainability goals </a:t>
            </a:r>
            <a:r>
              <a:rPr lang="en-US" sz="1200">
                <a:solidFill>
                  <a:schemeClr val="accent2">
                    <a:lumMod val="50000"/>
                  </a:schemeClr>
                </a:solidFill>
                <a:latin typeface="+mj-lt"/>
              </a:rPr>
              <a:t>into its industrial strategy. The company aims to evolve its business model to support environmental protection, social well-being, and equitable governance.</a:t>
            </a:r>
          </a:p>
        </p:txBody>
      </p:sp>
      <p:sp>
        <p:nvSpPr>
          <p:cNvPr id="14" name="TextBox 67">
            <a:extLst>
              <a:ext uri="{FF2B5EF4-FFF2-40B4-BE49-F238E27FC236}">
                <a16:creationId xmlns:a16="http://schemas.microsoft.com/office/drawing/2014/main" id="{7AFA600F-3352-1D9C-68DB-C7C989B4E182}"/>
              </a:ext>
            </a:extLst>
          </p:cNvPr>
          <p:cNvSpPr txBox="1"/>
          <p:nvPr/>
        </p:nvSpPr>
        <p:spPr>
          <a:xfrm>
            <a:off x="349777" y="3132707"/>
            <a:ext cx="5135866" cy="199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The </a:t>
            </a: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Sustainability Plan 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is declined into</a:t>
            </a:r>
            <a:r>
              <a:rPr lang="it-IT" sz="120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:</a:t>
            </a:r>
          </a:p>
          <a:p>
            <a:pPr algn="just">
              <a:lnSpc>
                <a:spcPct val="150000"/>
              </a:lnSpc>
              <a:defRPr/>
            </a:pPr>
            <a:endParaRPr lang="it-IT" sz="1200" dirty="0">
              <a:solidFill>
                <a:schemeClr val="accent2">
                  <a:lumMod val="50000"/>
                </a:schemeClr>
              </a:solidFill>
              <a:latin typeface="+mj-lt"/>
            </a:endParaRPr>
          </a:p>
          <a:p>
            <a:pPr algn="just">
              <a:lnSpc>
                <a:spcPct val="150000"/>
              </a:lnSpc>
              <a:defRPr/>
            </a:pPr>
            <a:r>
              <a:rPr lang="it-IT" sz="120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            5 Strategic </a:t>
            </a:r>
            <a:r>
              <a:rPr lang="it-IT" sz="1200" b="1" dirty="0" err="1">
                <a:solidFill>
                  <a:schemeClr val="accent2">
                    <a:lumMod val="50000"/>
                  </a:schemeClr>
                </a:solidFill>
                <a:latin typeface="+mj-lt"/>
              </a:rPr>
              <a:t>directions</a:t>
            </a:r>
            <a:endParaRPr lang="it-IT" sz="1200" b="1" dirty="0">
              <a:solidFill>
                <a:schemeClr val="accent2">
                  <a:lumMod val="50000"/>
                </a:schemeClr>
              </a:solidFill>
              <a:latin typeface="+mj-lt"/>
            </a:endParaRPr>
          </a:p>
          <a:p>
            <a:pPr algn="just">
              <a:lnSpc>
                <a:spcPct val="150000"/>
              </a:lnSpc>
              <a:defRPr/>
            </a:pPr>
            <a:endParaRPr lang="it-IT" sz="1200" b="1" dirty="0">
              <a:solidFill>
                <a:schemeClr val="accent2">
                  <a:lumMod val="50000"/>
                </a:schemeClr>
              </a:solidFill>
              <a:latin typeface="+mj-lt"/>
            </a:endParaRPr>
          </a:p>
          <a:p>
            <a:pPr algn="just">
              <a:lnSpc>
                <a:spcPct val="150000"/>
              </a:lnSpc>
              <a:defRPr/>
            </a:pPr>
            <a:r>
              <a:rPr lang="it-IT" sz="120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            15 ESG </a:t>
            </a:r>
            <a:r>
              <a:rPr lang="it-IT" sz="1200" b="1" dirty="0" err="1">
                <a:solidFill>
                  <a:schemeClr val="accent2">
                    <a:lumMod val="50000"/>
                  </a:schemeClr>
                </a:solidFill>
                <a:latin typeface="+mj-lt"/>
              </a:rPr>
              <a:t>objectives</a:t>
            </a:r>
            <a:endParaRPr lang="it-IT" sz="1200" b="1" dirty="0">
              <a:solidFill>
                <a:schemeClr val="accent2">
                  <a:lumMod val="50000"/>
                </a:schemeClr>
              </a:solidFill>
              <a:latin typeface="+mj-lt"/>
            </a:endParaRPr>
          </a:p>
          <a:p>
            <a:pPr algn="just">
              <a:lnSpc>
                <a:spcPct val="150000"/>
              </a:lnSpc>
              <a:defRPr/>
            </a:pPr>
            <a:endParaRPr lang="it-IT" sz="1200" b="1" dirty="0">
              <a:solidFill>
                <a:schemeClr val="accent2">
                  <a:lumMod val="50000"/>
                </a:schemeClr>
              </a:solidFill>
              <a:latin typeface="+mj-lt"/>
            </a:endParaRPr>
          </a:p>
          <a:p>
            <a:pPr algn="just">
              <a:lnSpc>
                <a:spcPct val="150000"/>
              </a:lnSpc>
              <a:defRPr/>
            </a:pPr>
            <a:r>
              <a:rPr lang="it-IT" sz="1200" b="1">
                <a:solidFill>
                  <a:schemeClr val="accent2">
                    <a:lumMod val="50000"/>
                  </a:schemeClr>
                </a:solidFill>
                <a:latin typeface="+mj-lt"/>
              </a:rPr>
              <a:t>            25 </a:t>
            </a:r>
            <a:r>
              <a:rPr lang="it-IT" sz="120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Strategic actions</a:t>
            </a:r>
            <a:endParaRPr lang="en-US" sz="1200" dirty="0">
              <a:solidFill>
                <a:schemeClr val="accent2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5" name="Graphic 71" descr="Bullseye with solid fill">
            <a:extLst>
              <a:ext uri="{FF2B5EF4-FFF2-40B4-BE49-F238E27FC236}">
                <a16:creationId xmlns:a16="http://schemas.microsoft.com/office/drawing/2014/main" id="{A463082E-27CC-F124-1A08-1D93D4BE6E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0215" y="4197742"/>
            <a:ext cx="410363" cy="410363"/>
          </a:xfrm>
          <a:prstGeom prst="rect">
            <a:avLst/>
          </a:prstGeom>
        </p:spPr>
      </p:pic>
      <p:pic>
        <p:nvPicPr>
          <p:cNvPr id="16" name="Graphic 73" descr="Chess pieces with solid fill">
            <a:extLst>
              <a:ext uri="{FF2B5EF4-FFF2-40B4-BE49-F238E27FC236}">
                <a16:creationId xmlns:a16="http://schemas.microsoft.com/office/drawing/2014/main" id="{F173C990-7AF1-B887-531E-A28D70757C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0215" y="4755475"/>
            <a:ext cx="410363" cy="410363"/>
          </a:xfrm>
          <a:prstGeom prst="rect">
            <a:avLst/>
          </a:prstGeom>
        </p:spPr>
      </p:pic>
      <p:pic>
        <p:nvPicPr>
          <p:cNvPr id="17" name="Graphic 75" descr="Compass with solid fill">
            <a:extLst>
              <a:ext uri="{FF2B5EF4-FFF2-40B4-BE49-F238E27FC236}">
                <a16:creationId xmlns:a16="http://schemas.microsoft.com/office/drawing/2014/main" id="{478AC7F7-0CE2-4AA0-AD77-61D0B98B00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020" y="3652290"/>
            <a:ext cx="414558" cy="414558"/>
          </a:xfrm>
          <a:prstGeom prst="rect">
            <a:avLst/>
          </a:prstGeom>
        </p:spPr>
      </p:pic>
      <p:sp>
        <p:nvSpPr>
          <p:cNvPr id="19" name="Rettangolo 18">
            <a:extLst>
              <a:ext uri="{FF2B5EF4-FFF2-40B4-BE49-F238E27FC236}">
                <a16:creationId xmlns:a16="http://schemas.microsoft.com/office/drawing/2014/main" id="{35431697-49CA-7B47-E6A0-7DC27CE38A60}"/>
              </a:ext>
            </a:extLst>
          </p:cNvPr>
          <p:cNvSpPr/>
          <p:nvPr/>
        </p:nvSpPr>
        <p:spPr>
          <a:xfrm>
            <a:off x="6318880" y="1112432"/>
            <a:ext cx="1919864" cy="64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r>
              <a:rPr lang="en-US" sz="1100" b="1" dirty="0">
                <a:solidFill>
                  <a:schemeClr val="accent2">
                    <a:lumMod val="50000"/>
                  </a:schemeClr>
                </a:solidFill>
              </a:rPr>
              <a:t>DECARBONIZATION AND RESPECT FOR THE ENVIRONMENT</a:t>
            </a:r>
            <a:endParaRPr lang="it-IT" sz="11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DD1D07C7-425C-6575-DE14-4D9DCBD3D955}"/>
              </a:ext>
            </a:extLst>
          </p:cNvPr>
          <p:cNvSpPr/>
          <p:nvPr/>
        </p:nvSpPr>
        <p:spPr>
          <a:xfrm>
            <a:off x="6318880" y="2139319"/>
            <a:ext cx="1919864" cy="64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r>
              <a:rPr lang="it-IT" sz="1100" b="1" dirty="0">
                <a:solidFill>
                  <a:schemeClr val="accent2">
                    <a:lumMod val="50000"/>
                  </a:schemeClr>
                </a:solidFill>
              </a:rPr>
              <a:t>SUSTAINABILITY AND INNOVATION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732D807C-2A85-400A-6696-56C71B7E723A}"/>
              </a:ext>
            </a:extLst>
          </p:cNvPr>
          <p:cNvSpPr/>
          <p:nvPr/>
        </p:nvSpPr>
        <p:spPr>
          <a:xfrm>
            <a:off x="6318880" y="3166206"/>
            <a:ext cx="1919864" cy="64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r>
              <a:rPr lang="it-IT" sz="1100" b="1">
                <a:solidFill>
                  <a:schemeClr val="accent2">
                    <a:lumMod val="50000"/>
                  </a:schemeClr>
                </a:solidFill>
              </a:rPr>
              <a:t>COMMUNITY RELATIONS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1794DC8A-E910-4026-119C-5677AE624E05}"/>
              </a:ext>
            </a:extLst>
          </p:cNvPr>
          <p:cNvSpPr/>
          <p:nvPr/>
        </p:nvSpPr>
        <p:spPr>
          <a:xfrm>
            <a:off x="6318880" y="4193093"/>
            <a:ext cx="1919864" cy="64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r>
              <a:rPr lang="it-IT" sz="1100" b="1">
                <a:solidFill>
                  <a:schemeClr val="accent2">
                    <a:lumMod val="50000"/>
                  </a:schemeClr>
                </a:solidFill>
              </a:rPr>
              <a:t>CENTRALITY OF THE PERSON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ED13997A-4061-E14E-751E-4D8430344F29}"/>
              </a:ext>
            </a:extLst>
          </p:cNvPr>
          <p:cNvSpPr/>
          <p:nvPr/>
        </p:nvSpPr>
        <p:spPr>
          <a:xfrm>
            <a:off x="6318880" y="5219982"/>
            <a:ext cx="1919864" cy="64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r>
              <a:rPr lang="it-IT" sz="1100" b="1">
                <a:solidFill>
                  <a:schemeClr val="accent2">
                    <a:lumMod val="50000"/>
                  </a:schemeClr>
                </a:solidFill>
              </a:rPr>
              <a:t>ETHICS AND INTEGRITY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6732C468-83A1-4A2C-01F2-C18D934F41B3}"/>
              </a:ext>
            </a:extLst>
          </p:cNvPr>
          <p:cNvSpPr/>
          <p:nvPr/>
        </p:nvSpPr>
        <p:spPr>
          <a:xfrm>
            <a:off x="8336656" y="1112432"/>
            <a:ext cx="3760856" cy="64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r>
              <a:rPr lang="en-US" sz="1000" i="1" dirty="0">
                <a:solidFill>
                  <a:schemeClr val="accent2">
                    <a:lumMod val="50000"/>
                  </a:schemeClr>
                </a:solidFill>
              </a:rPr>
              <a:t>Reducing the environmental impact of </a:t>
            </a:r>
            <a:r>
              <a:rPr lang="en-US" sz="1000" i="1" dirty="0" err="1">
                <a:solidFill>
                  <a:schemeClr val="accent2">
                    <a:lumMod val="50000"/>
                  </a:schemeClr>
                </a:solidFill>
              </a:rPr>
              <a:t>ZefiroNet</a:t>
            </a:r>
            <a:r>
              <a:rPr lang="en-US" sz="1000" i="1" dirty="0">
                <a:solidFill>
                  <a:schemeClr val="accent2">
                    <a:lumMod val="50000"/>
                  </a:schemeClr>
                </a:solidFill>
              </a:rPr>
              <a:t> and adopting energy-efficient and sustainable solutions</a:t>
            </a:r>
            <a:endParaRPr lang="it-IT" sz="1000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F9527203-9400-AD66-EF38-39A03E72B8A6}"/>
              </a:ext>
            </a:extLst>
          </p:cNvPr>
          <p:cNvSpPr/>
          <p:nvPr/>
        </p:nvSpPr>
        <p:spPr>
          <a:xfrm>
            <a:off x="8336656" y="2139319"/>
            <a:ext cx="3760856" cy="64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r>
              <a:rPr lang="en-US" sz="1000" i="1" dirty="0">
                <a:solidFill>
                  <a:schemeClr val="accent2">
                    <a:lumMod val="50000"/>
                  </a:schemeClr>
                </a:solidFill>
              </a:rPr>
              <a:t>Developing innovative solutions through continuous upgrading and sharing partnerships</a:t>
            </a:r>
            <a:endParaRPr lang="it-IT" sz="1000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2F4AA667-9E3B-CC1D-15FA-2F7DE593BC40}"/>
              </a:ext>
            </a:extLst>
          </p:cNvPr>
          <p:cNvSpPr/>
          <p:nvPr/>
        </p:nvSpPr>
        <p:spPr>
          <a:xfrm>
            <a:off x="8336656" y="3166206"/>
            <a:ext cx="3760856" cy="64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r>
              <a:rPr lang="en-US" sz="1000" i="1">
                <a:solidFill>
                  <a:schemeClr val="accent2">
                    <a:lumMod val="50000"/>
                  </a:schemeClr>
                </a:solidFill>
              </a:rPr>
              <a:t>Centrality of communities to </a:t>
            </a:r>
            <a:r>
              <a:rPr lang="en-US" sz="1000" i="1" err="1">
                <a:solidFill>
                  <a:schemeClr val="accent2">
                    <a:lumMod val="50000"/>
                  </a:schemeClr>
                </a:solidFill>
              </a:rPr>
              <a:t>ZefiroNet</a:t>
            </a:r>
            <a:r>
              <a:rPr lang="en-US" sz="1000" i="1">
                <a:solidFill>
                  <a:schemeClr val="accent2">
                    <a:lumMod val="50000"/>
                  </a:schemeClr>
                </a:solidFill>
              </a:rPr>
              <a:t> activities ensuring inclusion, accessibility and local development</a:t>
            </a:r>
            <a:endParaRPr lang="it-IT" sz="1000" i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A73E8805-245F-2507-8FB7-A9352214DAA3}"/>
              </a:ext>
            </a:extLst>
          </p:cNvPr>
          <p:cNvSpPr/>
          <p:nvPr/>
        </p:nvSpPr>
        <p:spPr>
          <a:xfrm>
            <a:off x="8336656" y="4193093"/>
            <a:ext cx="3760856" cy="64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r>
              <a:rPr lang="en-US" sz="1000" i="1">
                <a:solidFill>
                  <a:schemeClr val="accent2">
                    <a:lumMod val="50000"/>
                  </a:schemeClr>
                </a:solidFill>
              </a:rPr>
              <a:t>Enhancement of talents, diversity and equal opportunities in the work environment</a:t>
            </a:r>
            <a:endParaRPr lang="it-IT" sz="1000" i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8B8B983E-DDA5-F530-FB92-C14047B0CB0D}"/>
              </a:ext>
            </a:extLst>
          </p:cNvPr>
          <p:cNvSpPr/>
          <p:nvPr/>
        </p:nvSpPr>
        <p:spPr>
          <a:xfrm>
            <a:off x="8336656" y="5219982"/>
            <a:ext cx="3760856" cy="64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r>
              <a:rPr lang="en-US" sz="1000" i="1">
                <a:solidFill>
                  <a:schemeClr val="accent2">
                    <a:lumMod val="50000"/>
                  </a:schemeClr>
                </a:solidFill>
              </a:rPr>
              <a:t>Promote a corporate culture based on the principles of integrity, social responsibility and compliance, ensuring that </a:t>
            </a:r>
            <a:r>
              <a:rPr lang="en-US" sz="1000" i="1" err="1">
                <a:solidFill>
                  <a:schemeClr val="accent2">
                    <a:lumMod val="50000"/>
                  </a:schemeClr>
                </a:solidFill>
              </a:rPr>
              <a:t>Zefiro</a:t>
            </a:r>
            <a:r>
              <a:rPr lang="en-US" sz="1000" i="1">
                <a:solidFill>
                  <a:schemeClr val="accent2">
                    <a:lumMod val="50000"/>
                  </a:schemeClr>
                </a:solidFill>
              </a:rPr>
              <a:t> Net operates as a reliable and responsible company throughout the value chain</a:t>
            </a:r>
            <a:endParaRPr lang="it-IT" sz="1000" i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8" name="Freccia in giù 17">
            <a:extLst>
              <a:ext uri="{FF2B5EF4-FFF2-40B4-BE49-F238E27FC236}">
                <a16:creationId xmlns:a16="http://schemas.microsoft.com/office/drawing/2014/main" id="{9DF9ED68-0C82-A5CC-D634-238EE0894FDD}"/>
              </a:ext>
            </a:extLst>
          </p:cNvPr>
          <p:cNvSpPr/>
          <p:nvPr/>
        </p:nvSpPr>
        <p:spPr>
          <a:xfrm rot="16200000">
            <a:off x="8161146" y="1294368"/>
            <a:ext cx="252000" cy="288000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it-IT" sz="2000" b="1">
              <a:solidFill>
                <a:schemeClr val="tx1"/>
              </a:solidFill>
            </a:endParaRPr>
          </a:p>
        </p:txBody>
      </p:sp>
      <p:sp>
        <p:nvSpPr>
          <p:cNvPr id="28" name="Freccia in giù 27">
            <a:extLst>
              <a:ext uri="{FF2B5EF4-FFF2-40B4-BE49-F238E27FC236}">
                <a16:creationId xmlns:a16="http://schemas.microsoft.com/office/drawing/2014/main" id="{D5925312-65CF-E829-F768-6556AF05368B}"/>
              </a:ext>
            </a:extLst>
          </p:cNvPr>
          <p:cNvSpPr/>
          <p:nvPr/>
        </p:nvSpPr>
        <p:spPr>
          <a:xfrm rot="16200000">
            <a:off x="8161146" y="2324143"/>
            <a:ext cx="252000" cy="288000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it-IT" sz="2000" b="1">
              <a:solidFill>
                <a:schemeClr val="tx1"/>
              </a:solidFill>
            </a:endParaRPr>
          </a:p>
        </p:txBody>
      </p:sp>
      <p:sp>
        <p:nvSpPr>
          <p:cNvPr id="29" name="Freccia in giù 28">
            <a:extLst>
              <a:ext uri="{FF2B5EF4-FFF2-40B4-BE49-F238E27FC236}">
                <a16:creationId xmlns:a16="http://schemas.microsoft.com/office/drawing/2014/main" id="{D0CEAFE4-A7D2-0961-E5FE-930343163F96}"/>
              </a:ext>
            </a:extLst>
          </p:cNvPr>
          <p:cNvSpPr/>
          <p:nvPr/>
        </p:nvSpPr>
        <p:spPr>
          <a:xfrm rot="16200000">
            <a:off x="8161146" y="3344167"/>
            <a:ext cx="252000" cy="288000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it-IT" sz="2000" b="1">
              <a:solidFill>
                <a:schemeClr val="tx1"/>
              </a:solidFill>
            </a:endParaRPr>
          </a:p>
        </p:txBody>
      </p:sp>
      <p:sp>
        <p:nvSpPr>
          <p:cNvPr id="30" name="Freccia in giù 29">
            <a:extLst>
              <a:ext uri="{FF2B5EF4-FFF2-40B4-BE49-F238E27FC236}">
                <a16:creationId xmlns:a16="http://schemas.microsoft.com/office/drawing/2014/main" id="{FC08428E-C926-5563-C6A1-B5C292257448}"/>
              </a:ext>
            </a:extLst>
          </p:cNvPr>
          <p:cNvSpPr/>
          <p:nvPr/>
        </p:nvSpPr>
        <p:spPr>
          <a:xfrm rot="16200000">
            <a:off x="8161146" y="4373094"/>
            <a:ext cx="252000" cy="288000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it-IT" sz="2000" b="1">
              <a:solidFill>
                <a:schemeClr val="tx1"/>
              </a:solidFill>
            </a:endParaRPr>
          </a:p>
        </p:txBody>
      </p:sp>
      <p:sp>
        <p:nvSpPr>
          <p:cNvPr id="31" name="Freccia in giù 30">
            <a:extLst>
              <a:ext uri="{FF2B5EF4-FFF2-40B4-BE49-F238E27FC236}">
                <a16:creationId xmlns:a16="http://schemas.microsoft.com/office/drawing/2014/main" id="{6A575F40-08FF-B8F5-53E6-48858FC5AC01}"/>
              </a:ext>
            </a:extLst>
          </p:cNvPr>
          <p:cNvSpPr/>
          <p:nvPr/>
        </p:nvSpPr>
        <p:spPr>
          <a:xfrm rot="16200000">
            <a:off x="8170289" y="5399982"/>
            <a:ext cx="252000" cy="288000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it-IT" sz="2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859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69036-D8F5-461A-E0D3-AAC275715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C0A84EE6-4B08-1CD2-D5F9-C41D5238E0A0}"/>
              </a:ext>
            </a:extLst>
          </p:cNvPr>
          <p:cNvSpPr txBox="1">
            <a:spLocks/>
          </p:cNvSpPr>
          <p:nvPr/>
        </p:nvSpPr>
        <p:spPr>
          <a:xfrm>
            <a:off x="241540" y="97706"/>
            <a:ext cx="5594483" cy="695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b="1">
                <a:solidFill>
                  <a:srgbClr val="21B8C6"/>
                </a:solidFill>
              </a:rPr>
              <a:t>Sustainability Plan details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EEF4D300-7562-1504-65AC-5A96245629BF}"/>
              </a:ext>
            </a:extLst>
          </p:cNvPr>
          <p:cNvCxnSpPr>
            <a:cxnSpLocks/>
          </p:cNvCxnSpPr>
          <p:nvPr/>
        </p:nvCxnSpPr>
        <p:spPr>
          <a:xfrm>
            <a:off x="170328" y="782731"/>
            <a:ext cx="2133600" cy="3992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012B296-4350-1EFF-5F23-B91364B6D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149-7DE5-45BF-BC84-73B9E7ABF444}" type="slidenum">
              <a:rPr lang="it-IT" smtClean="0"/>
              <a:t>7</a:t>
            </a:fld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F308FF5-5BB8-BE87-F9F2-9E270AC58B7B}"/>
              </a:ext>
            </a:extLst>
          </p:cNvPr>
          <p:cNvSpPr/>
          <p:nvPr/>
        </p:nvSpPr>
        <p:spPr>
          <a:xfrm>
            <a:off x="8705257" y="338328"/>
            <a:ext cx="3241782" cy="2462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>
                <a:solidFill>
                  <a:srgbClr val="002060"/>
                </a:solidFill>
              </a:rPr>
              <a:t>FOR DISCUSSION</a:t>
            </a:r>
          </a:p>
        </p:txBody>
      </p:sp>
      <p:sp>
        <p:nvSpPr>
          <p:cNvPr id="57" name="TextBox 32">
            <a:extLst>
              <a:ext uri="{FF2B5EF4-FFF2-40B4-BE49-F238E27FC236}">
                <a16:creationId xmlns:a16="http://schemas.microsoft.com/office/drawing/2014/main" id="{3414F0D4-1589-5158-4C92-B5B45A503CAC}"/>
              </a:ext>
            </a:extLst>
          </p:cNvPr>
          <p:cNvSpPr txBox="1"/>
          <p:nvPr/>
        </p:nvSpPr>
        <p:spPr>
          <a:xfrm>
            <a:off x="3371100" y="2178705"/>
            <a:ext cx="4797053" cy="46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/>
              <a:t>Optimization of infrastructure and the use of eco-efficient equipment</a:t>
            </a:r>
            <a:endParaRPr kumimoji="0" lang="it-IT" sz="1200" i="1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8" name="TextBox 36">
            <a:extLst>
              <a:ext uri="{FF2B5EF4-FFF2-40B4-BE49-F238E27FC236}">
                <a16:creationId xmlns:a16="http://schemas.microsoft.com/office/drawing/2014/main" id="{35EEE225-F26E-2BCD-5B2F-BF89431A3F17}"/>
              </a:ext>
            </a:extLst>
          </p:cNvPr>
          <p:cNvSpPr txBox="1"/>
          <p:nvPr/>
        </p:nvSpPr>
        <p:spPr>
          <a:xfrm>
            <a:off x="8370316" y="2178705"/>
            <a:ext cx="230400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Reduction in energy consumption by site</a:t>
            </a:r>
            <a:endParaRPr kumimoji="0" lang="it-IT" sz="120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9" name="Rectangle 37">
            <a:extLst>
              <a:ext uri="{FF2B5EF4-FFF2-40B4-BE49-F238E27FC236}">
                <a16:creationId xmlns:a16="http://schemas.microsoft.com/office/drawing/2014/main" id="{F0886AA1-9B23-B970-B9F5-8ED8188D2314}"/>
              </a:ext>
            </a:extLst>
          </p:cNvPr>
          <p:cNvSpPr/>
          <p:nvPr/>
        </p:nvSpPr>
        <p:spPr>
          <a:xfrm>
            <a:off x="3371100" y="1499280"/>
            <a:ext cx="4797053" cy="5666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Quantify greenhouse gas emissions, in order to create a monitoring system, in preparation for the publication of the sustainability report</a:t>
            </a:r>
          </a:p>
        </p:txBody>
      </p:sp>
      <p:sp>
        <p:nvSpPr>
          <p:cNvPr id="60" name="Rectangle 6">
            <a:extLst>
              <a:ext uri="{FF2B5EF4-FFF2-40B4-BE49-F238E27FC236}">
                <a16:creationId xmlns:a16="http://schemas.microsoft.com/office/drawing/2014/main" id="{A58FEA1F-59A5-3075-E6C1-DDECCB40EBB2}"/>
              </a:ext>
            </a:extLst>
          </p:cNvPr>
          <p:cNvSpPr/>
          <p:nvPr/>
        </p:nvSpPr>
        <p:spPr>
          <a:xfrm>
            <a:off x="8370316" y="1499280"/>
            <a:ext cx="2304000" cy="5666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914400"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Definition of a decarbonization plan + </a:t>
            </a:r>
            <a:r>
              <a:rPr lang="en-US" sz="1200" dirty="0">
                <a:solidFill>
                  <a:schemeClr val="tx1"/>
                </a:solidFill>
              </a:rPr>
              <a:t>C</a:t>
            </a:r>
            <a:r>
              <a:rPr kumimoji="0" lang="en-US" sz="120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arbon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 neutrality target (i.e. 100% Scope 1,2 by 2030)</a:t>
            </a:r>
            <a:endParaRPr lang="it-IT" sz="1200" dirty="0">
              <a:solidFill>
                <a:schemeClr val="tx1"/>
              </a:solidFill>
            </a:endParaRPr>
          </a:p>
        </p:txBody>
      </p:sp>
      <p:sp>
        <p:nvSpPr>
          <p:cNvPr id="63" name="TextBox 32">
            <a:extLst>
              <a:ext uri="{FF2B5EF4-FFF2-40B4-BE49-F238E27FC236}">
                <a16:creationId xmlns:a16="http://schemas.microsoft.com/office/drawing/2014/main" id="{42B01F1A-49B8-9576-7DA1-1ACA6B4D82C3}"/>
              </a:ext>
            </a:extLst>
          </p:cNvPr>
          <p:cNvSpPr txBox="1"/>
          <p:nvPr/>
        </p:nvSpPr>
        <p:spPr>
          <a:xfrm>
            <a:off x="3371100" y="2753811"/>
            <a:ext cx="4797053" cy="46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/>
              <a:t>Definition of a sustainability policy</a:t>
            </a:r>
            <a:endParaRPr kumimoji="0" lang="it-IT" sz="1200" i="1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6" name="TextBox 36">
            <a:extLst>
              <a:ext uri="{FF2B5EF4-FFF2-40B4-BE49-F238E27FC236}">
                <a16:creationId xmlns:a16="http://schemas.microsoft.com/office/drawing/2014/main" id="{A8449DE7-326F-CDEC-5DB8-A77D5B3065EE}"/>
              </a:ext>
            </a:extLst>
          </p:cNvPr>
          <p:cNvSpPr txBox="1"/>
          <p:nvPr/>
        </p:nvSpPr>
        <p:spPr>
          <a:xfrm>
            <a:off x="8370316" y="2753811"/>
            <a:ext cx="2304000" cy="46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/>
              <a:t>Definition of a sustainability policy</a:t>
            </a:r>
            <a:endParaRPr kumimoji="0" lang="it-IT" sz="1200" i="1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9" name="TextBox 36">
            <a:extLst>
              <a:ext uri="{FF2B5EF4-FFF2-40B4-BE49-F238E27FC236}">
                <a16:creationId xmlns:a16="http://schemas.microsoft.com/office/drawing/2014/main" id="{B942B315-2DA1-C0F6-0177-8881769C455A}"/>
              </a:ext>
            </a:extLst>
          </p:cNvPr>
          <p:cNvSpPr txBox="1"/>
          <p:nvPr/>
        </p:nvSpPr>
        <p:spPr>
          <a:xfrm>
            <a:off x="8370316" y="3384234"/>
            <a:ext cx="2304000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dirty="0"/>
              <a:t>Increase number of suppliers with environmental certifications and commitment to sustainability</a:t>
            </a:r>
          </a:p>
        </p:txBody>
      </p:sp>
      <p:sp>
        <p:nvSpPr>
          <p:cNvPr id="70" name="Rectangle 37">
            <a:extLst>
              <a:ext uri="{FF2B5EF4-FFF2-40B4-BE49-F238E27FC236}">
                <a16:creationId xmlns:a16="http://schemas.microsoft.com/office/drawing/2014/main" id="{BC0E9A59-4AA6-15AD-F775-2CB95C80F1A7}"/>
              </a:ext>
            </a:extLst>
          </p:cNvPr>
          <p:cNvSpPr/>
          <p:nvPr/>
        </p:nvSpPr>
        <p:spPr>
          <a:xfrm>
            <a:off x="3371100" y="3313733"/>
            <a:ext cx="4797053" cy="97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Establish sustainability criteria for suppliers based on aspects such as use of recycled materials, efficient resource management, minimization of packaging, and low environmental impact of productions</a:t>
            </a:r>
          </a:p>
        </p:txBody>
      </p:sp>
      <p:sp>
        <p:nvSpPr>
          <p:cNvPr id="71" name="Rectangle 37">
            <a:extLst>
              <a:ext uri="{FF2B5EF4-FFF2-40B4-BE49-F238E27FC236}">
                <a16:creationId xmlns:a16="http://schemas.microsoft.com/office/drawing/2014/main" id="{58FB2478-8542-CC08-9CD8-08B9FF587AA8}"/>
              </a:ext>
            </a:extLst>
          </p:cNvPr>
          <p:cNvSpPr/>
          <p:nvPr/>
        </p:nvSpPr>
        <p:spPr>
          <a:xfrm>
            <a:off x="3371100" y="4357056"/>
            <a:ext cx="4797053" cy="72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914400"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Including guidelines in supply contracts and requiring each supplier to provide a statement on the materials and practices used</a:t>
            </a:r>
          </a:p>
        </p:txBody>
      </p:sp>
      <p:sp>
        <p:nvSpPr>
          <p:cNvPr id="72" name="TextBox 36">
            <a:extLst>
              <a:ext uri="{FF2B5EF4-FFF2-40B4-BE49-F238E27FC236}">
                <a16:creationId xmlns:a16="http://schemas.microsoft.com/office/drawing/2014/main" id="{E9B86C5C-7216-965E-68C7-7561A2C38A93}"/>
              </a:ext>
            </a:extLst>
          </p:cNvPr>
          <p:cNvSpPr txBox="1"/>
          <p:nvPr/>
        </p:nvSpPr>
        <p:spPr>
          <a:xfrm>
            <a:off x="8370316" y="4430725"/>
            <a:ext cx="2304000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dirty="0"/>
              <a:t>Increased % amount of recycled raw materials used by suppliers</a:t>
            </a:r>
            <a:endParaRPr kumimoji="0" lang="it-IT" sz="120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9" name="Rettangolo 88">
            <a:extLst>
              <a:ext uri="{FF2B5EF4-FFF2-40B4-BE49-F238E27FC236}">
                <a16:creationId xmlns:a16="http://schemas.microsoft.com/office/drawing/2014/main" id="{6D750371-565E-FFFE-32AA-F4DA8D72234A}"/>
              </a:ext>
            </a:extLst>
          </p:cNvPr>
          <p:cNvSpPr/>
          <p:nvPr/>
        </p:nvSpPr>
        <p:spPr>
          <a:xfrm rot="16200000">
            <a:off x="-1870949" y="3507148"/>
            <a:ext cx="4684881" cy="64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r>
              <a:rPr lang="en-US" sz="1100" b="1">
                <a:solidFill>
                  <a:schemeClr val="accent2">
                    <a:lumMod val="50000"/>
                  </a:schemeClr>
                </a:solidFill>
              </a:rPr>
              <a:t>DECARBONIZATION AND RESPECT FOR THE ENVIRONMENT</a:t>
            </a:r>
            <a:endParaRPr kumimoji="0" lang="it-IT" sz="1100" b="1" u="none" strike="noStrike" kern="1200" cap="none" spc="0" normalizeH="0" baseline="0" noProof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0" name="TextBox 34">
            <a:extLst>
              <a:ext uri="{FF2B5EF4-FFF2-40B4-BE49-F238E27FC236}">
                <a16:creationId xmlns:a16="http://schemas.microsoft.com/office/drawing/2014/main" id="{F6078805-EA91-AF0A-31E2-CAA4859DA290}"/>
              </a:ext>
            </a:extLst>
          </p:cNvPr>
          <p:cNvSpPr txBox="1"/>
          <p:nvPr/>
        </p:nvSpPr>
        <p:spPr>
          <a:xfrm>
            <a:off x="927000" y="1499280"/>
            <a:ext cx="2304000" cy="565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r>
              <a:rPr lang="it-IT" sz="1200" b="1">
                <a:solidFill>
                  <a:schemeClr val="accent2">
                    <a:lumMod val="50000"/>
                  </a:schemeClr>
                </a:solidFill>
              </a:rPr>
              <a:t>Fighting </a:t>
            </a:r>
            <a:r>
              <a:rPr lang="it-IT" sz="1200" b="1" err="1">
                <a:solidFill>
                  <a:schemeClr val="accent2">
                    <a:lumMod val="50000"/>
                  </a:schemeClr>
                </a:solidFill>
              </a:rPr>
              <a:t>climate</a:t>
            </a:r>
            <a:r>
              <a:rPr lang="it-IT" sz="1200" b="1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it-IT" sz="1200" b="1" err="1">
                <a:solidFill>
                  <a:schemeClr val="accent2">
                    <a:lumMod val="50000"/>
                  </a:schemeClr>
                </a:solidFill>
              </a:rPr>
              <a:t>change</a:t>
            </a:r>
            <a:endParaRPr lang="it-IT" sz="12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1" name="TextBox 34">
            <a:extLst>
              <a:ext uri="{FF2B5EF4-FFF2-40B4-BE49-F238E27FC236}">
                <a16:creationId xmlns:a16="http://schemas.microsoft.com/office/drawing/2014/main" id="{46491309-D644-7877-1324-409A1D5333AE}"/>
              </a:ext>
            </a:extLst>
          </p:cNvPr>
          <p:cNvSpPr txBox="1"/>
          <p:nvPr/>
        </p:nvSpPr>
        <p:spPr>
          <a:xfrm>
            <a:off x="927000" y="2186406"/>
            <a:ext cx="2304000" cy="100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r>
              <a:rPr lang="it-IT" sz="1200" b="1" dirty="0">
                <a:solidFill>
                  <a:schemeClr val="accent2">
                    <a:lumMod val="50000"/>
                  </a:schemeClr>
                </a:solidFill>
              </a:rPr>
              <a:t>Network and </a:t>
            </a:r>
            <a:r>
              <a:rPr lang="it-IT" sz="1200" b="1" err="1">
                <a:solidFill>
                  <a:schemeClr val="accent2">
                    <a:lumMod val="50000"/>
                  </a:schemeClr>
                </a:solidFill>
              </a:rPr>
              <a:t>Infrastructure</a:t>
            </a:r>
            <a:r>
              <a:rPr lang="it-IT" sz="1200" b="1">
                <a:solidFill>
                  <a:schemeClr val="accent2">
                    <a:lumMod val="50000"/>
                  </a:schemeClr>
                </a:solidFill>
              </a:rPr>
              <a:t> efficiency</a:t>
            </a:r>
            <a:endParaRPr lang="it-IT" sz="1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2" name="TextBox 34">
            <a:extLst>
              <a:ext uri="{FF2B5EF4-FFF2-40B4-BE49-F238E27FC236}">
                <a16:creationId xmlns:a16="http://schemas.microsoft.com/office/drawing/2014/main" id="{01CF9BC0-EA87-9C3E-4B95-267D705E6977}"/>
              </a:ext>
            </a:extLst>
          </p:cNvPr>
          <p:cNvSpPr txBox="1"/>
          <p:nvPr/>
        </p:nvSpPr>
        <p:spPr>
          <a:xfrm>
            <a:off x="927000" y="3313734"/>
            <a:ext cx="2304000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r>
              <a:rPr lang="en-US" sz="1200" b="1">
                <a:solidFill>
                  <a:schemeClr val="accent2">
                    <a:lumMod val="50000"/>
                  </a:schemeClr>
                </a:solidFill>
              </a:rPr>
              <a:t>Reducing the environmental impact of acquired infrastructure by incentivizing the use of recycled materials, optimizing the durability of components, and partnering with suppliers who adopt sustainability practices</a:t>
            </a:r>
            <a:endParaRPr lang="it-IT" sz="1200" b="1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93" name="Connettore diritto 92">
            <a:extLst>
              <a:ext uri="{FF2B5EF4-FFF2-40B4-BE49-F238E27FC236}">
                <a16:creationId xmlns:a16="http://schemas.microsoft.com/office/drawing/2014/main" id="{A937F5B3-B8AB-C24D-0148-B4078366E826}"/>
              </a:ext>
            </a:extLst>
          </p:cNvPr>
          <p:cNvCxnSpPr>
            <a:cxnSpLocks/>
          </p:cNvCxnSpPr>
          <p:nvPr/>
        </p:nvCxnSpPr>
        <p:spPr>
          <a:xfrm>
            <a:off x="170328" y="782731"/>
            <a:ext cx="2133600" cy="3992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Rectangle 12">
            <a:extLst>
              <a:ext uri="{FF2B5EF4-FFF2-40B4-BE49-F238E27FC236}">
                <a16:creationId xmlns:a16="http://schemas.microsoft.com/office/drawing/2014/main" id="{B150F795-8922-90E2-E07C-78D6360D8D7F}"/>
              </a:ext>
            </a:extLst>
          </p:cNvPr>
          <p:cNvSpPr/>
          <p:nvPr/>
        </p:nvSpPr>
        <p:spPr>
          <a:xfrm>
            <a:off x="82193" y="939173"/>
            <a:ext cx="12010490" cy="400335"/>
          </a:xfrm>
          <a:prstGeom prst="rect">
            <a:avLst/>
          </a:prstGeom>
          <a:solidFill>
            <a:srgbClr val="0098A5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5" name="TextBox 13">
            <a:extLst>
              <a:ext uri="{FF2B5EF4-FFF2-40B4-BE49-F238E27FC236}">
                <a16:creationId xmlns:a16="http://schemas.microsoft.com/office/drawing/2014/main" id="{EC6AB145-2B45-B9F4-4600-1AB52EB56B71}"/>
              </a:ext>
            </a:extLst>
          </p:cNvPr>
          <p:cNvSpPr txBox="1"/>
          <p:nvPr/>
        </p:nvSpPr>
        <p:spPr>
          <a:xfrm>
            <a:off x="1404952" y="1012799"/>
            <a:ext cx="13201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OBJECTIVES</a:t>
            </a:r>
          </a:p>
        </p:txBody>
      </p:sp>
      <p:sp>
        <p:nvSpPr>
          <p:cNvPr id="96" name="TextBox 15">
            <a:extLst>
              <a:ext uri="{FF2B5EF4-FFF2-40B4-BE49-F238E27FC236}">
                <a16:creationId xmlns:a16="http://schemas.microsoft.com/office/drawing/2014/main" id="{C6C4E4BB-73C1-6F48-0422-66B175F94DA3}"/>
              </a:ext>
            </a:extLst>
          </p:cNvPr>
          <p:cNvSpPr txBox="1"/>
          <p:nvPr/>
        </p:nvSpPr>
        <p:spPr>
          <a:xfrm>
            <a:off x="4208391" y="1012799"/>
            <a:ext cx="31612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ACTIONS</a:t>
            </a:r>
          </a:p>
        </p:txBody>
      </p:sp>
      <p:sp>
        <p:nvSpPr>
          <p:cNvPr id="97" name="TextBox 40">
            <a:extLst>
              <a:ext uri="{FF2B5EF4-FFF2-40B4-BE49-F238E27FC236}">
                <a16:creationId xmlns:a16="http://schemas.microsoft.com/office/drawing/2014/main" id="{8F63094E-5707-2CD5-34CF-C155743C28BB}"/>
              </a:ext>
            </a:extLst>
          </p:cNvPr>
          <p:cNvSpPr txBox="1"/>
          <p:nvPr/>
        </p:nvSpPr>
        <p:spPr>
          <a:xfrm>
            <a:off x="10801867" y="1012799"/>
            <a:ext cx="13079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TIME HORIZON</a:t>
            </a:r>
          </a:p>
        </p:txBody>
      </p:sp>
      <p:sp>
        <p:nvSpPr>
          <p:cNvPr id="98" name="TextBox 14">
            <a:extLst>
              <a:ext uri="{FF2B5EF4-FFF2-40B4-BE49-F238E27FC236}">
                <a16:creationId xmlns:a16="http://schemas.microsoft.com/office/drawing/2014/main" id="{9F4874CB-D984-5E9D-6BB6-8A34532AF04F}"/>
              </a:ext>
            </a:extLst>
          </p:cNvPr>
          <p:cNvSpPr txBox="1"/>
          <p:nvPr/>
        </p:nvSpPr>
        <p:spPr>
          <a:xfrm>
            <a:off x="8868346" y="1012799"/>
            <a:ext cx="13079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TARGET</a:t>
            </a:r>
          </a:p>
        </p:txBody>
      </p:sp>
      <p:grpSp>
        <p:nvGrpSpPr>
          <p:cNvPr id="99" name="Gruppo 98">
            <a:extLst>
              <a:ext uri="{FF2B5EF4-FFF2-40B4-BE49-F238E27FC236}">
                <a16:creationId xmlns:a16="http://schemas.microsoft.com/office/drawing/2014/main" id="{80F38B19-6C56-D494-D1F6-8121C1662A89}"/>
              </a:ext>
            </a:extLst>
          </p:cNvPr>
          <p:cNvGrpSpPr/>
          <p:nvPr/>
        </p:nvGrpSpPr>
        <p:grpSpPr>
          <a:xfrm>
            <a:off x="11185837" y="2178705"/>
            <a:ext cx="540000" cy="468000"/>
            <a:chOff x="11226070" y="4081324"/>
            <a:chExt cx="540000" cy="468000"/>
          </a:xfrm>
        </p:grpSpPr>
        <p:sp>
          <p:nvSpPr>
            <p:cNvPr id="100" name="Flowchart: Connector 42">
              <a:extLst>
                <a:ext uri="{FF2B5EF4-FFF2-40B4-BE49-F238E27FC236}">
                  <a16:creationId xmlns:a16="http://schemas.microsoft.com/office/drawing/2014/main" id="{EAFC9FB1-8150-AE40-C893-C8ECE295E688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TextBox 43">
              <a:extLst>
                <a:ext uri="{FF2B5EF4-FFF2-40B4-BE49-F238E27FC236}">
                  <a16:creationId xmlns:a16="http://schemas.microsoft.com/office/drawing/2014/main" id="{B5B8D240-A40D-9628-7B82-3168EF5E6B40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2025</a:t>
              </a:r>
            </a:p>
          </p:txBody>
        </p:sp>
      </p:grpSp>
      <p:grpSp>
        <p:nvGrpSpPr>
          <p:cNvPr id="102" name="Gruppo 101">
            <a:extLst>
              <a:ext uri="{FF2B5EF4-FFF2-40B4-BE49-F238E27FC236}">
                <a16:creationId xmlns:a16="http://schemas.microsoft.com/office/drawing/2014/main" id="{FC0D90B7-77F7-C7AE-1026-37F6950404F8}"/>
              </a:ext>
            </a:extLst>
          </p:cNvPr>
          <p:cNvGrpSpPr/>
          <p:nvPr/>
        </p:nvGrpSpPr>
        <p:grpSpPr>
          <a:xfrm>
            <a:off x="11185837" y="2753811"/>
            <a:ext cx="540000" cy="468000"/>
            <a:chOff x="11226070" y="4081324"/>
            <a:chExt cx="540000" cy="468000"/>
          </a:xfrm>
        </p:grpSpPr>
        <p:sp>
          <p:nvSpPr>
            <p:cNvPr id="103" name="Flowchart: Connector 42">
              <a:extLst>
                <a:ext uri="{FF2B5EF4-FFF2-40B4-BE49-F238E27FC236}">
                  <a16:creationId xmlns:a16="http://schemas.microsoft.com/office/drawing/2014/main" id="{A59F2070-E301-6FB3-EE95-949FFE3BFAFB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TextBox 43">
              <a:extLst>
                <a:ext uri="{FF2B5EF4-FFF2-40B4-BE49-F238E27FC236}">
                  <a16:creationId xmlns:a16="http://schemas.microsoft.com/office/drawing/2014/main" id="{10C637E2-F46A-66F2-55E0-52F60F8C24F3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2025</a:t>
              </a:r>
            </a:p>
          </p:txBody>
        </p:sp>
      </p:grpSp>
      <p:grpSp>
        <p:nvGrpSpPr>
          <p:cNvPr id="105" name="Gruppo 104">
            <a:extLst>
              <a:ext uri="{FF2B5EF4-FFF2-40B4-BE49-F238E27FC236}">
                <a16:creationId xmlns:a16="http://schemas.microsoft.com/office/drawing/2014/main" id="{FBDBF12F-23CF-7014-53B3-CAA95E5FC872}"/>
              </a:ext>
            </a:extLst>
          </p:cNvPr>
          <p:cNvGrpSpPr/>
          <p:nvPr/>
        </p:nvGrpSpPr>
        <p:grpSpPr>
          <a:xfrm>
            <a:off x="11185837" y="3498645"/>
            <a:ext cx="540000" cy="468000"/>
            <a:chOff x="11226070" y="4081324"/>
            <a:chExt cx="540000" cy="468000"/>
          </a:xfrm>
        </p:grpSpPr>
        <p:sp>
          <p:nvSpPr>
            <p:cNvPr id="106" name="Flowchart: Connector 42">
              <a:extLst>
                <a:ext uri="{FF2B5EF4-FFF2-40B4-BE49-F238E27FC236}">
                  <a16:creationId xmlns:a16="http://schemas.microsoft.com/office/drawing/2014/main" id="{1B31873E-C82A-D5DA-9869-F052F98AE96B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TextBox 43">
              <a:extLst>
                <a:ext uri="{FF2B5EF4-FFF2-40B4-BE49-F238E27FC236}">
                  <a16:creationId xmlns:a16="http://schemas.microsoft.com/office/drawing/2014/main" id="{68936AFD-6ED2-EBED-CCD5-58B1D4CC6179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2026</a:t>
              </a:r>
            </a:p>
          </p:txBody>
        </p:sp>
      </p:grpSp>
      <p:grpSp>
        <p:nvGrpSpPr>
          <p:cNvPr id="108" name="Gruppo 107">
            <a:extLst>
              <a:ext uri="{FF2B5EF4-FFF2-40B4-BE49-F238E27FC236}">
                <a16:creationId xmlns:a16="http://schemas.microsoft.com/office/drawing/2014/main" id="{89628535-5726-D7C6-4A6F-5E7E08D251A7}"/>
              </a:ext>
            </a:extLst>
          </p:cNvPr>
          <p:cNvGrpSpPr/>
          <p:nvPr/>
        </p:nvGrpSpPr>
        <p:grpSpPr>
          <a:xfrm>
            <a:off x="11185837" y="4474702"/>
            <a:ext cx="540000" cy="468000"/>
            <a:chOff x="11226070" y="4081324"/>
            <a:chExt cx="540000" cy="468000"/>
          </a:xfrm>
        </p:grpSpPr>
        <p:sp>
          <p:nvSpPr>
            <p:cNvPr id="109" name="Flowchart: Connector 42">
              <a:extLst>
                <a:ext uri="{FF2B5EF4-FFF2-40B4-BE49-F238E27FC236}">
                  <a16:creationId xmlns:a16="http://schemas.microsoft.com/office/drawing/2014/main" id="{3692539B-7A1E-591B-C5BD-718F48A0B5F0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TextBox 43">
              <a:extLst>
                <a:ext uri="{FF2B5EF4-FFF2-40B4-BE49-F238E27FC236}">
                  <a16:creationId xmlns:a16="http://schemas.microsoft.com/office/drawing/2014/main" id="{02EDA197-DACF-3FAC-622E-663AEAF0652E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2026</a:t>
              </a:r>
            </a:p>
          </p:txBody>
        </p:sp>
      </p:grpSp>
      <p:grpSp>
        <p:nvGrpSpPr>
          <p:cNvPr id="111" name="Gruppo 110">
            <a:extLst>
              <a:ext uri="{FF2B5EF4-FFF2-40B4-BE49-F238E27FC236}">
                <a16:creationId xmlns:a16="http://schemas.microsoft.com/office/drawing/2014/main" id="{DC2E8932-E15A-5B56-0DFD-6264947F109C}"/>
              </a:ext>
            </a:extLst>
          </p:cNvPr>
          <p:cNvGrpSpPr/>
          <p:nvPr/>
        </p:nvGrpSpPr>
        <p:grpSpPr>
          <a:xfrm>
            <a:off x="11185837" y="1535856"/>
            <a:ext cx="540000" cy="468000"/>
            <a:chOff x="11226070" y="4081324"/>
            <a:chExt cx="540000" cy="468000"/>
          </a:xfrm>
        </p:grpSpPr>
        <p:sp>
          <p:nvSpPr>
            <p:cNvPr id="112" name="Flowchart: Connector 42">
              <a:extLst>
                <a:ext uri="{FF2B5EF4-FFF2-40B4-BE49-F238E27FC236}">
                  <a16:creationId xmlns:a16="http://schemas.microsoft.com/office/drawing/2014/main" id="{0323134B-DD75-1C98-1FE3-33973D7CDBB8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TextBox 43">
              <a:extLst>
                <a:ext uri="{FF2B5EF4-FFF2-40B4-BE49-F238E27FC236}">
                  <a16:creationId xmlns:a16="http://schemas.microsoft.com/office/drawing/2014/main" id="{D093E7DB-CF0A-EB6D-90AF-E741E595CD89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2025</a:t>
              </a:r>
            </a:p>
          </p:txBody>
        </p:sp>
      </p:grpSp>
      <p:sp>
        <p:nvSpPr>
          <p:cNvPr id="2" name="TextBox 34">
            <a:extLst>
              <a:ext uri="{FF2B5EF4-FFF2-40B4-BE49-F238E27FC236}">
                <a16:creationId xmlns:a16="http://schemas.microsoft.com/office/drawing/2014/main" id="{35BEE85F-F13B-ECB4-7A1D-0848ED1B3591}"/>
              </a:ext>
            </a:extLst>
          </p:cNvPr>
          <p:cNvSpPr txBox="1"/>
          <p:nvPr/>
        </p:nvSpPr>
        <p:spPr>
          <a:xfrm>
            <a:off x="927000" y="5159090"/>
            <a:ext cx="2304000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Reducing environmental impact and optimizing resources through responsible and sustainable waste management</a:t>
            </a:r>
            <a:endParaRPr lang="it-IT" sz="1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Rectangle 37">
            <a:extLst>
              <a:ext uri="{FF2B5EF4-FFF2-40B4-BE49-F238E27FC236}">
                <a16:creationId xmlns:a16="http://schemas.microsoft.com/office/drawing/2014/main" id="{4F211693-71FE-F370-2A5E-AD1B798796D6}"/>
              </a:ext>
            </a:extLst>
          </p:cNvPr>
          <p:cNvSpPr/>
          <p:nvPr/>
        </p:nvSpPr>
        <p:spPr>
          <a:xfrm>
            <a:off x="3371100" y="5161989"/>
            <a:ext cx="4797053" cy="10127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914400"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Definition of an operational instruction that defines in detail the practices to be adopted for responsible waste management </a:t>
            </a:r>
          </a:p>
        </p:txBody>
      </p:sp>
      <p:sp>
        <p:nvSpPr>
          <p:cNvPr id="5" name="TextBox 36">
            <a:extLst>
              <a:ext uri="{FF2B5EF4-FFF2-40B4-BE49-F238E27FC236}">
                <a16:creationId xmlns:a16="http://schemas.microsoft.com/office/drawing/2014/main" id="{0C59128B-162C-2FDE-2C8A-047974544833}"/>
              </a:ext>
            </a:extLst>
          </p:cNvPr>
          <p:cNvSpPr txBox="1"/>
          <p:nvPr/>
        </p:nvSpPr>
        <p:spPr>
          <a:xfrm>
            <a:off x="8370316" y="5161989"/>
            <a:ext cx="2304000" cy="101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dirty="0"/>
              <a:t>Drafting operational instruction on waste management</a:t>
            </a:r>
            <a:endParaRPr kumimoji="0" lang="it-IT" sz="120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EB4C986C-91E8-65AF-E07E-8B214906E918}"/>
              </a:ext>
            </a:extLst>
          </p:cNvPr>
          <p:cNvGrpSpPr/>
          <p:nvPr/>
        </p:nvGrpSpPr>
        <p:grpSpPr>
          <a:xfrm>
            <a:off x="11185837" y="5441880"/>
            <a:ext cx="540000" cy="468000"/>
            <a:chOff x="11226070" y="4081324"/>
            <a:chExt cx="540000" cy="468000"/>
          </a:xfrm>
        </p:grpSpPr>
        <p:sp>
          <p:nvSpPr>
            <p:cNvPr id="8" name="Flowchart: Connector 42">
              <a:extLst>
                <a:ext uri="{FF2B5EF4-FFF2-40B4-BE49-F238E27FC236}">
                  <a16:creationId xmlns:a16="http://schemas.microsoft.com/office/drawing/2014/main" id="{1B7B0C7B-87C0-AF89-229D-60E25B812D63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43">
              <a:extLst>
                <a:ext uri="{FF2B5EF4-FFF2-40B4-BE49-F238E27FC236}">
                  <a16:creationId xmlns:a16="http://schemas.microsoft.com/office/drawing/2014/main" id="{D557E068-8831-162E-945C-045A478A4D57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2440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69036-D8F5-461A-E0D3-AAC275715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C0A84EE6-4B08-1CD2-D5F9-C41D5238E0A0}"/>
              </a:ext>
            </a:extLst>
          </p:cNvPr>
          <p:cNvSpPr txBox="1">
            <a:spLocks/>
          </p:cNvSpPr>
          <p:nvPr/>
        </p:nvSpPr>
        <p:spPr>
          <a:xfrm>
            <a:off x="241540" y="97706"/>
            <a:ext cx="5594483" cy="695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b="1">
                <a:solidFill>
                  <a:srgbClr val="21B8C6"/>
                </a:solidFill>
              </a:rPr>
              <a:t>Sustainability Plan details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EEF4D300-7562-1504-65AC-5A96245629BF}"/>
              </a:ext>
            </a:extLst>
          </p:cNvPr>
          <p:cNvCxnSpPr>
            <a:cxnSpLocks/>
          </p:cNvCxnSpPr>
          <p:nvPr/>
        </p:nvCxnSpPr>
        <p:spPr>
          <a:xfrm>
            <a:off x="170328" y="782731"/>
            <a:ext cx="2133600" cy="3992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012B296-4350-1EFF-5F23-B91364B6D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149-7DE5-45BF-BC84-73B9E7ABF444}" type="slidenum">
              <a:rPr lang="it-IT" smtClean="0"/>
              <a:t>8</a:t>
            </a:fld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F308FF5-5BB8-BE87-F9F2-9E270AC58B7B}"/>
              </a:ext>
            </a:extLst>
          </p:cNvPr>
          <p:cNvSpPr/>
          <p:nvPr/>
        </p:nvSpPr>
        <p:spPr>
          <a:xfrm>
            <a:off x="8705257" y="338328"/>
            <a:ext cx="3241782" cy="2462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>
                <a:solidFill>
                  <a:srgbClr val="002060"/>
                </a:solidFill>
              </a:rPr>
              <a:t>FOR DISCUSSION</a:t>
            </a:r>
          </a:p>
        </p:txBody>
      </p:sp>
      <p:sp>
        <p:nvSpPr>
          <p:cNvPr id="57" name="TextBox 32">
            <a:extLst>
              <a:ext uri="{FF2B5EF4-FFF2-40B4-BE49-F238E27FC236}">
                <a16:creationId xmlns:a16="http://schemas.microsoft.com/office/drawing/2014/main" id="{3414F0D4-1589-5158-4C92-B5B45A503CAC}"/>
              </a:ext>
            </a:extLst>
          </p:cNvPr>
          <p:cNvSpPr txBox="1"/>
          <p:nvPr/>
        </p:nvSpPr>
        <p:spPr>
          <a:xfrm>
            <a:off x="3384393" y="2363771"/>
            <a:ext cx="4797053" cy="6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/>
              <a:t>Draft a sustainability policy that also includes </a:t>
            </a:r>
            <a:r>
              <a:rPr lang="en-US" sz="1200" err="1"/>
              <a:t>ZefiroNet's</a:t>
            </a:r>
            <a:r>
              <a:rPr lang="en-US" sz="1200"/>
              <a:t> commitments to innovation, including for the purpose of reporting ESRS datapoints in sustainability reporting</a:t>
            </a:r>
            <a:endParaRPr kumimoji="0" lang="it-IT" sz="1200" i="1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8" name="TextBox 36">
            <a:extLst>
              <a:ext uri="{FF2B5EF4-FFF2-40B4-BE49-F238E27FC236}">
                <a16:creationId xmlns:a16="http://schemas.microsoft.com/office/drawing/2014/main" id="{35EEE225-F26E-2BCD-5B2F-BF89431A3F17}"/>
              </a:ext>
            </a:extLst>
          </p:cNvPr>
          <p:cNvSpPr txBox="1"/>
          <p:nvPr/>
        </p:nvSpPr>
        <p:spPr>
          <a:xfrm>
            <a:off x="8370316" y="2363771"/>
            <a:ext cx="2304000" cy="6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Definition of the sustainability policy</a:t>
            </a:r>
            <a:endParaRPr kumimoji="0" lang="it-IT" sz="120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9" name="Rectangle 37">
            <a:extLst>
              <a:ext uri="{FF2B5EF4-FFF2-40B4-BE49-F238E27FC236}">
                <a16:creationId xmlns:a16="http://schemas.microsoft.com/office/drawing/2014/main" id="{F0886AA1-9B23-B970-B9F5-8ED8188D2314}"/>
              </a:ext>
            </a:extLst>
          </p:cNvPr>
          <p:cNvSpPr/>
          <p:nvPr/>
        </p:nvSpPr>
        <p:spPr>
          <a:xfrm>
            <a:off x="3384393" y="1498982"/>
            <a:ext cx="4797053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Consolidate the innovation ecosystem by increasing collaboration with third parties (e.g., research institutions, universities, etc.) to create new development opportunities</a:t>
            </a:r>
          </a:p>
        </p:txBody>
      </p:sp>
      <p:sp>
        <p:nvSpPr>
          <p:cNvPr id="60" name="Rectangle 6">
            <a:extLst>
              <a:ext uri="{FF2B5EF4-FFF2-40B4-BE49-F238E27FC236}">
                <a16:creationId xmlns:a16="http://schemas.microsoft.com/office/drawing/2014/main" id="{A58FEA1F-59A5-3075-E6C1-DDECCB40EBB2}"/>
              </a:ext>
            </a:extLst>
          </p:cNvPr>
          <p:cNvSpPr/>
          <p:nvPr/>
        </p:nvSpPr>
        <p:spPr>
          <a:xfrm>
            <a:off x="8370316" y="1498982"/>
            <a:ext cx="2304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914400"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Definition of n. of collaborations (to further </a:t>
            </a:r>
            <a:r>
              <a:rPr kumimoji="0" lang="en-US" sz="120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emphatize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 website/sustainability communication)</a:t>
            </a:r>
            <a:endParaRPr lang="it-IT" sz="1200" dirty="0">
              <a:solidFill>
                <a:schemeClr val="tx1"/>
              </a:solidFill>
            </a:endParaRPr>
          </a:p>
        </p:txBody>
      </p:sp>
      <p:sp>
        <p:nvSpPr>
          <p:cNvPr id="61" name="TextBox 34">
            <a:extLst>
              <a:ext uri="{FF2B5EF4-FFF2-40B4-BE49-F238E27FC236}">
                <a16:creationId xmlns:a16="http://schemas.microsoft.com/office/drawing/2014/main" id="{4E3D7526-5C94-D1E0-3D6E-9199DC03BD1D}"/>
              </a:ext>
            </a:extLst>
          </p:cNvPr>
          <p:cNvSpPr txBox="1"/>
          <p:nvPr/>
        </p:nvSpPr>
        <p:spPr>
          <a:xfrm>
            <a:off x="913018" y="1498981"/>
            <a:ext cx="2304000" cy="147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r>
              <a:rPr lang="it-IT" sz="1200" b="1" err="1">
                <a:solidFill>
                  <a:schemeClr val="accent2">
                    <a:lumMod val="50000"/>
                  </a:schemeClr>
                </a:solidFill>
              </a:rPr>
              <a:t>Enhance</a:t>
            </a:r>
            <a:r>
              <a:rPr lang="it-IT" sz="1200" b="1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it-IT" sz="1200" b="1" err="1">
                <a:solidFill>
                  <a:schemeClr val="accent2">
                    <a:lumMod val="50000"/>
                  </a:schemeClr>
                </a:solidFill>
              </a:rPr>
              <a:t>innovation</a:t>
            </a:r>
            <a:r>
              <a:rPr lang="it-IT" sz="1200" b="1">
                <a:solidFill>
                  <a:schemeClr val="accent2">
                    <a:lumMod val="50000"/>
                  </a:schemeClr>
                </a:solidFill>
              </a:rPr>
              <a:t> and </a:t>
            </a:r>
            <a:r>
              <a:rPr lang="it-IT" sz="1200" b="1" err="1">
                <a:solidFill>
                  <a:schemeClr val="accent2">
                    <a:lumMod val="50000"/>
                  </a:schemeClr>
                </a:solidFill>
              </a:rPr>
              <a:t>digitalization</a:t>
            </a:r>
            <a:r>
              <a:rPr lang="it-IT" sz="1200" b="1">
                <a:solidFill>
                  <a:schemeClr val="accent2">
                    <a:lumMod val="50000"/>
                  </a:schemeClr>
                </a:solidFill>
              </a:rPr>
              <a:t> in the </a:t>
            </a:r>
            <a:r>
              <a:rPr lang="it-IT" sz="1200" b="1" err="1">
                <a:solidFill>
                  <a:schemeClr val="accent2">
                    <a:lumMod val="50000"/>
                  </a:schemeClr>
                </a:solidFill>
              </a:rPr>
              <a:t>Italian</a:t>
            </a:r>
            <a:r>
              <a:rPr lang="it-IT" sz="1200" b="1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it-IT" sz="1200" b="1" err="1">
                <a:solidFill>
                  <a:schemeClr val="accent2">
                    <a:lumMod val="50000"/>
                  </a:schemeClr>
                </a:solidFill>
              </a:rPr>
              <a:t>telecommunications</a:t>
            </a:r>
            <a:r>
              <a:rPr lang="it-IT" sz="1200" b="1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it-IT" sz="1200" b="1" err="1">
                <a:solidFill>
                  <a:schemeClr val="accent2">
                    <a:lumMod val="50000"/>
                  </a:schemeClr>
                </a:solidFill>
              </a:rPr>
              <a:t>sector</a:t>
            </a:r>
            <a:endParaRPr lang="it-IT" sz="12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B363C9D-3FCB-1F09-AC38-8506AF8E1586}"/>
              </a:ext>
            </a:extLst>
          </p:cNvPr>
          <p:cNvSpPr/>
          <p:nvPr/>
        </p:nvSpPr>
        <p:spPr>
          <a:xfrm rot="16200000">
            <a:off x="-266508" y="1912982"/>
            <a:ext cx="1475999" cy="64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r>
              <a:rPr lang="it-IT" sz="1100" b="1">
                <a:solidFill>
                  <a:schemeClr val="accent2">
                    <a:lumMod val="50000"/>
                  </a:schemeClr>
                </a:solidFill>
              </a:rPr>
              <a:t>SUSTAINABILITY AND INNOVATION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CD022E40-337A-FCBB-6478-7D5EE6B0D2EA}"/>
              </a:ext>
            </a:extLst>
          </p:cNvPr>
          <p:cNvSpPr/>
          <p:nvPr/>
        </p:nvSpPr>
        <p:spPr>
          <a:xfrm rot="16200000">
            <a:off x="-542837" y="4093206"/>
            <a:ext cx="2028655" cy="64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r>
              <a:rPr lang="it-IT" sz="1100" b="1">
                <a:solidFill>
                  <a:schemeClr val="accent2">
                    <a:lumMod val="50000"/>
                  </a:schemeClr>
                </a:solidFill>
              </a:rPr>
              <a:t>ETHICS AND INTEGRITY</a:t>
            </a:r>
          </a:p>
        </p:txBody>
      </p:sp>
      <p:sp>
        <p:nvSpPr>
          <p:cNvPr id="22" name="TextBox 34">
            <a:extLst>
              <a:ext uri="{FF2B5EF4-FFF2-40B4-BE49-F238E27FC236}">
                <a16:creationId xmlns:a16="http://schemas.microsoft.com/office/drawing/2014/main" id="{1B60CD74-957A-B875-8F14-1D19675EB14F}"/>
              </a:ext>
            </a:extLst>
          </p:cNvPr>
          <p:cNvSpPr txBox="1"/>
          <p:nvPr/>
        </p:nvSpPr>
        <p:spPr>
          <a:xfrm>
            <a:off x="913018" y="3428075"/>
            <a:ext cx="2304000" cy="100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r>
              <a:rPr lang="en-US" sz="1200" b="1">
                <a:solidFill>
                  <a:schemeClr val="accent2">
                    <a:lumMod val="50000"/>
                  </a:schemeClr>
                </a:solidFill>
              </a:rPr>
              <a:t>Support governance aimed at achieving ESG objectives</a:t>
            </a:r>
            <a:endParaRPr lang="it-IT" sz="12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3" name="TextBox 32">
            <a:extLst>
              <a:ext uri="{FF2B5EF4-FFF2-40B4-BE49-F238E27FC236}">
                <a16:creationId xmlns:a16="http://schemas.microsoft.com/office/drawing/2014/main" id="{D99F24B4-CEB7-E160-8BAB-500D5F6B561E}"/>
              </a:ext>
            </a:extLst>
          </p:cNvPr>
          <p:cNvSpPr txBox="1"/>
          <p:nvPr/>
        </p:nvSpPr>
        <p:spPr>
          <a:xfrm>
            <a:off x="3384393" y="3990790"/>
            <a:ext cx="4797053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/>
              <a:t>Introduce proper execution sustainability plan as a weight in corporate objectives</a:t>
            </a:r>
            <a:endParaRPr kumimoji="0" lang="it-IT" sz="1200" i="1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5" name="TextBox 32">
            <a:extLst>
              <a:ext uri="{FF2B5EF4-FFF2-40B4-BE49-F238E27FC236}">
                <a16:creationId xmlns:a16="http://schemas.microsoft.com/office/drawing/2014/main" id="{F59127A6-E5B3-1E76-BB85-A20E1E745A0E}"/>
              </a:ext>
            </a:extLst>
          </p:cNvPr>
          <p:cNvSpPr txBox="1"/>
          <p:nvPr/>
        </p:nvSpPr>
        <p:spPr>
          <a:xfrm>
            <a:off x="3384393" y="3427211"/>
            <a:ext cx="4797053" cy="46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/>
              <a:t>Update corporate sustainability governance</a:t>
            </a:r>
            <a:endParaRPr kumimoji="0" lang="it-IT" sz="1200" i="1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6" name="TextBox 36">
            <a:extLst>
              <a:ext uri="{FF2B5EF4-FFF2-40B4-BE49-F238E27FC236}">
                <a16:creationId xmlns:a16="http://schemas.microsoft.com/office/drawing/2014/main" id="{8B65C73A-DB24-7EA6-FE7F-6944124A3634}"/>
              </a:ext>
            </a:extLst>
          </p:cNvPr>
          <p:cNvSpPr txBox="1"/>
          <p:nvPr/>
        </p:nvSpPr>
        <p:spPr>
          <a:xfrm>
            <a:off x="8370316" y="3427211"/>
            <a:ext cx="230400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Establishment of a sustainability committee</a:t>
            </a:r>
            <a:endParaRPr kumimoji="0" lang="it-IT" sz="120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37" name="Connettore diritto 36">
            <a:extLst>
              <a:ext uri="{FF2B5EF4-FFF2-40B4-BE49-F238E27FC236}">
                <a16:creationId xmlns:a16="http://schemas.microsoft.com/office/drawing/2014/main" id="{4D662884-E842-B495-83FC-3C85DCDCD36B}"/>
              </a:ext>
            </a:extLst>
          </p:cNvPr>
          <p:cNvCxnSpPr>
            <a:cxnSpLocks/>
          </p:cNvCxnSpPr>
          <p:nvPr/>
        </p:nvCxnSpPr>
        <p:spPr>
          <a:xfrm>
            <a:off x="170328" y="782731"/>
            <a:ext cx="2133600" cy="3992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12">
            <a:extLst>
              <a:ext uri="{FF2B5EF4-FFF2-40B4-BE49-F238E27FC236}">
                <a16:creationId xmlns:a16="http://schemas.microsoft.com/office/drawing/2014/main" id="{74F1AC3B-DBB6-9BB2-AC73-35AE8E727435}"/>
              </a:ext>
            </a:extLst>
          </p:cNvPr>
          <p:cNvSpPr/>
          <p:nvPr/>
        </p:nvSpPr>
        <p:spPr>
          <a:xfrm>
            <a:off x="82193" y="939173"/>
            <a:ext cx="12010490" cy="400335"/>
          </a:xfrm>
          <a:prstGeom prst="rect">
            <a:avLst/>
          </a:prstGeom>
          <a:solidFill>
            <a:srgbClr val="0098A5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9" name="TextBox 13">
            <a:extLst>
              <a:ext uri="{FF2B5EF4-FFF2-40B4-BE49-F238E27FC236}">
                <a16:creationId xmlns:a16="http://schemas.microsoft.com/office/drawing/2014/main" id="{1DF3CFF6-6E50-9527-1CA9-E24693BC61B9}"/>
              </a:ext>
            </a:extLst>
          </p:cNvPr>
          <p:cNvSpPr txBox="1"/>
          <p:nvPr/>
        </p:nvSpPr>
        <p:spPr>
          <a:xfrm>
            <a:off x="1404952" y="1012799"/>
            <a:ext cx="13201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OBJECTIVES</a:t>
            </a:r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82CD28FF-927C-955E-3691-AC147181662E}"/>
              </a:ext>
            </a:extLst>
          </p:cNvPr>
          <p:cNvSpPr txBox="1"/>
          <p:nvPr/>
        </p:nvSpPr>
        <p:spPr>
          <a:xfrm>
            <a:off x="4208391" y="1012799"/>
            <a:ext cx="31612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ACTIONS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813CC8-29BA-5E35-E06C-6E3628ED67B8}"/>
              </a:ext>
            </a:extLst>
          </p:cNvPr>
          <p:cNvSpPr txBox="1"/>
          <p:nvPr/>
        </p:nvSpPr>
        <p:spPr>
          <a:xfrm>
            <a:off x="10801867" y="1012799"/>
            <a:ext cx="13079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TIME HORIZON</a:t>
            </a:r>
          </a:p>
        </p:txBody>
      </p:sp>
      <p:sp>
        <p:nvSpPr>
          <p:cNvPr id="42" name="TextBox 14">
            <a:extLst>
              <a:ext uri="{FF2B5EF4-FFF2-40B4-BE49-F238E27FC236}">
                <a16:creationId xmlns:a16="http://schemas.microsoft.com/office/drawing/2014/main" id="{4425FA1B-D000-C7B4-DB3E-59EE3A662B89}"/>
              </a:ext>
            </a:extLst>
          </p:cNvPr>
          <p:cNvSpPr txBox="1"/>
          <p:nvPr/>
        </p:nvSpPr>
        <p:spPr>
          <a:xfrm>
            <a:off x="8868346" y="1012799"/>
            <a:ext cx="13079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TARGET</a:t>
            </a:r>
          </a:p>
        </p:txBody>
      </p:sp>
      <p:grpSp>
        <p:nvGrpSpPr>
          <p:cNvPr id="46" name="Gruppo 45">
            <a:extLst>
              <a:ext uri="{FF2B5EF4-FFF2-40B4-BE49-F238E27FC236}">
                <a16:creationId xmlns:a16="http://schemas.microsoft.com/office/drawing/2014/main" id="{06DD1B34-DDE8-AE3F-A37C-D412BFBCC8F7}"/>
              </a:ext>
            </a:extLst>
          </p:cNvPr>
          <p:cNvGrpSpPr/>
          <p:nvPr/>
        </p:nvGrpSpPr>
        <p:grpSpPr>
          <a:xfrm>
            <a:off x="11185837" y="2452932"/>
            <a:ext cx="540000" cy="468000"/>
            <a:chOff x="11226070" y="4081324"/>
            <a:chExt cx="540000" cy="468000"/>
          </a:xfrm>
        </p:grpSpPr>
        <p:sp>
          <p:nvSpPr>
            <p:cNvPr id="47" name="Flowchart: Connector 42">
              <a:extLst>
                <a:ext uri="{FF2B5EF4-FFF2-40B4-BE49-F238E27FC236}">
                  <a16:creationId xmlns:a16="http://schemas.microsoft.com/office/drawing/2014/main" id="{1DD6B24A-6204-0CA5-2BF6-6F891BB6065D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3">
              <a:extLst>
                <a:ext uri="{FF2B5EF4-FFF2-40B4-BE49-F238E27FC236}">
                  <a16:creationId xmlns:a16="http://schemas.microsoft.com/office/drawing/2014/main" id="{CD7EC08F-E3AE-C0F1-B75B-E23E03BD3E57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2026</a:t>
              </a:r>
            </a:p>
          </p:txBody>
        </p:sp>
      </p:grp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ECEE2EA3-4635-28C1-6729-1A3EFB75E8A4}"/>
              </a:ext>
            </a:extLst>
          </p:cNvPr>
          <p:cNvGrpSpPr/>
          <p:nvPr/>
        </p:nvGrpSpPr>
        <p:grpSpPr>
          <a:xfrm>
            <a:off x="11185837" y="1660982"/>
            <a:ext cx="540000" cy="468000"/>
            <a:chOff x="11226070" y="4081324"/>
            <a:chExt cx="540000" cy="468000"/>
          </a:xfrm>
        </p:grpSpPr>
        <p:sp>
          <p:nvSpPr>
            <p:cNvPr id="64" name="Flowchart: Connector 42">
              <a:extLst>
                <a:ext uri="{FF2B5EF4-FFF2-40B4-BE49-F238E27FC236}">
                  <a16:creationId xmlns:a16="http://schemas.microsoft.com/office/drawing/2014/main" id="{E5CE422E-FE0C-195E-7D97-3C3B04531578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43">
              <a:extLst>
                <a:ext uri="{FF2B5EF4-FFF2-40B4-BE49-F238E27FC236}">
                  <a16:creationId xmlns:a16="http://schemas.microsoft.com/office/drawing/2014/main" id="{038332AC-357F-EFE7-8A92-F77AC4C0E794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2026</a:t>
              </a:r>
            </a:p>
          </p:txBody>
        </p:sp>
      </p:grpSp>
      <p:grpSp>
        <p:nvGrpSpPr>
          <p:cNvPr id="99" name="Gruppo 98">
            <a:extLst>
              <a:ext uri="{FF2B5EF4-FFF2-40B4-BE49-F238E27FC236}">
                <a16:creationId xmlns:a16="http://schemas.microsoft.com/office/drawing/2014/main" id="{BBD11019-6443-5E94-1564-6BB1CC81FEC3}"/>
              </a:ext>
            </a:extLst>
          </p:cNvPr>
          <p:cNvGrpSpPr/>
          <p:nvPr/>
        </p:nvGrpSpPr>
        <p:grpSpPr>
          <a:xfrm>
            <a:off x="11185837" y="3420011"/>
            <a:ext cx="540000" cy="468000"/>
            <a:chOff x="11226070" y="4081324"/>
            <a:chExt cx="540000" cy="468000"/>
          </a:xfrm>
        </p:grpSpPr>
        <p:sp>
          <p:nvSpPr>
            <p:cNvPr id="100" name="Flowchart: Connector 42">
              <a:extLst>
                <a:ext uri="{FF2B5EF4-FFF2-40B4-BE49-F238E27FC236}">
                  <a16:creationId xmlns:a16="http://schemas.microsoft.com/office/drawing/2014/main" id="{E1FF71BF-9076-A3CF-CAE9-DA61BE405540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TextBox 43">
              <a:extLst>
                <a:ext uri="{FF2B5EF4-FFF2-40B4-BE49-F238E27FC236}">
                  <a16:creationId xmlns:a16="http://schemas.microsoft.com/office/drawing/2014/main" id="{D2450623-9A7F-418B-8755-AE4FAECD70D4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2025</a:t>
              </a:r>
            </a:p>
          </p:txBody>
        </p:sp>
      </p:grpSp>
      <p:grpSp>
        <p:nvGrpSpPr>
          <p:cNvPr id="102" name="Gruppo 101">
            <a:extLst>
              <a:ext uri="{FF2B5EF4-FFF2-40B4-BE49-F238E27FC236}">
                <a16:creationId xmlns:a16="http://schemas.microsoft.com/office/drawing/2014/main" id="{64CC5BF5-E126-EB91-9173-26A8203C661C}"/>
              </a:ext>
            </a:extLst>
          </p:cNvPr>
          <p:cNvGrpSpPr/>
          <p:nvPr/>
        </p:nvGrpSpPr>
        <p:grpSpPr>
          <a:xfrm>
            <a:off x="11185837" y="3984455"/>
            <a:ext cx="540000" cy="468000"/>
            <a:chOff x="11226070" y="4081324"/>
            <a:chExt cx="540000" cy="468000"/>
          </a:xfrm>
        </p:grpSpPr>
        <p:sp>
          <p:nvSpPr>
            <p:cNvPr id="103" name="Flowchart: Connector 42">
              <a:extLst>
                <a:ext uri="{FF2B5EF4-FFF2-40B4-BE49-F238E27FC236}">
                  <a16:creationId xmlns:a16="http://schemas.microsoft.com/office/drawing/2014/main" id="{E851D897-4B26-1B93-F117-A0BFC9BDDB1D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TextBox 43">
              <a:extLst>
                <a:ext uri="{FF2B5EF4-FFF2-40B4-BE49-F238E27FC236}">
                  <a16:creationId xmlns:a16="http://schemas.microsoft.com/office/drawing/2014/main" id="{40BF3C30-8B40-CBDB-FC37-75F6DE223288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2025</a:t>
              </a:r>
            </a:p>
          </p:txBody>
        </p:sp>
      </p:grpSp>
      <p:cxnSp>
        <p:nvCxnSpPr>
          <p:cNvPr id="105" name="Connettore diritto 104">
            <a:extLst>
              <a:ext uri="{FF2B5EF4-FFF2-40B4-BE49-F238E27FC236}">
                <a16:creationId xmlns:a16="http://schemas.microsoft.com/office/drawing/2014/main" id="{3A9715EC-5CFD-24F6-B966-E7FADEC4101C}"/>
              </a:ext>
            </a:extLst>
          </p:cNvPr>
          <p:cNvCxnSpPr>
            <a:cxnSpLocks/>
          </p:cNvCxnSpPr>
          <p:nvPr/>
        </p:nvCxnSpPr>
        <p:spPr>
          <a:xfrm>
            <a:off x="147489" y="3164441"/>
            <a:ext cx="11844000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6">
            <a:extLst>
              <a:ext uri="{FF2B5EF4-FFF2-40B4-BE49-F238E27FC236}">
                <a16:creationId xmlns:a16="http://schemas.microsoft.com/office/drawing/2014/main" id="{10D3DF29-DBB0-6C7E-3ECA-C8AAE52C45C4}"/>
              </a:ext>
            </a:extLst>
          </p:cNvPr>
          <p:cNvSpPr txBox="1"/>
          <p:nvPr/>
        </p:nvSpPr>
        <p:spPr>
          <a:xfrm>
            <a:off x="8370316" y="3990790"/>
            <a:ext cx="230400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Integration of sustainability goals into MBOs</a:t>
            </a:r>
            <a:endParaRPr kumimoji="0" lang="it-IT" sz="120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8" name="TextBox 34">
            <a:extLst>
              <a:ext uri="{FF2B5EF4-FFF2-40B4-BE49-F238E27FC236}">
                <a16:creationId xmlns:a16="http://schemas.microsoft.com/office/drawing/2014/main" id="{15995201-6E06-2840-645C-97A3AADE2B30}"/>
              </a:ext>
            </a:extLst>
          </p:cNvPr>
          <p:cNvSpPr txBox="1"/>
          <p:nvPr/>
        </p:nvSpPr>
        <p:spPr>
          <a:xfrm>
            <a:off x="913018" y="4729523"/>
            <a:ext cx="2304000" cy="68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r>
              <a:rPr lang="en-US" sz="1200" b="1">
                <a:solidFill>
                  <a:schemeClr val="accent2">
                    <a:lumMod val="50000"/>
                  </a:schemeClr>
                </a:solidFill>
              </a:rPr>
              <a:t>Listen to stakeholder needs and expectations</a:t>
            </a:r>
            <a:endParaRPr lang="it-IT" sz="12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0" name="TextBox 32">
            <a:extLst>
              <a:ext uri="{FF2B5EF4-FFF2-40B4-BE49-F238E27FC236}">
                <a16:creationId xmlns:a16="http://schemas.microsoft.com/office/drawing/2014/main" id="{33B385B1-3912-E013-44A0-B873F76694D1}"/>
              </a:ext>
            </a:extLst>
          </p:cNvPr>
          <p:cNvSpPr txBox="1"/>
          <p:nvPr/>
        </p:nvSpPr>
        <p:spPr>
          <a:xfrm>
            <a:off x="3384393" y="4729523"/>
            <a:ext cx="4797053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dirty="0"/>
              <a:t>Implementation of a stakeholder engagement process and prioritization based on recognized standards (e.g. AA100)</a:t>
            </a:r>
          </a:p>
        </p:txBody>
      </p:sp>
      <p:sp>
        <p:nvSpPr>
          <p:cNvPr id="31" name="TextBox 36">
            <a:extLst>
              <a:ext uri="{FF2B5EF4-FFF2-40B4-BE49-F238E27FC236}">
                <a16:creationId xmlns:a16="http://schemas.microsoft.com/office/drawing/2014/main" id="{3BC29460-3F28-7B7D-804C-41137A7EA390}"/>
              </a:ext>
            </a:extLst>
          </p:cNvPr>
          <p:cNvSpPr txBox="1"/>
          <p:nvPr/>
        </p:nvSpPr>
        <p:spPr>
          <a:xfrm>
            <a:off x="8370316" y="4729523"/>
            <a:ext cx="2304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err="1"/>
              <a:t>Stk</a:t>
            </a:r>
            <a:r>
              <a:rPr lang="en-US" sz="1200"/>
              <a:t> prioritization matrix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Stk</a:t>
            </a:r>
            <a:r>
              <a:rPr kumimoji="0" lang="en-US" sz="12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engagement results</a:t>
            </a:r>
            <a:endParaRPr kumimoji="0" lang="it-IT" sz="120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32" name="Gruppo 31">
            <a:extLst>
              <a:ext uri="{FF2B5EF4-FFF2-40B4-BE49-F238E27FC236}">
                <a16:creationId xmlns:a16="http://schemas.microsoft.com/office/drawing/2014/main" id="{F0E0DC66-1E21-27A2-2F2F-B109E9487C22}"/>
              </a:ext>
            </a:extLst>
          </p:cNvPr>
          <p:cNvGrpSpPr/>
          <p:nvPr/>
        </p:nvGrpSpPr>
        <p:grpSpPr>
          <a:xfrm>
            <a:off x="11185837" y="4837523"/>
            <a:ext cx="540000" cy="468000"/>
            <a:chOff x="11226070" y="4081324"/>
            <a:chExt cx="540000" cy="468000"/>
          </a:xfrm>
        </p:grpSpPr>
        <p:sp>
          <p:nvSpPr>
            <p:cNvPr id="33" name="Flowchart: Connector 42">
              <a:extLst>
                <a:ext uri="{FF2B5EF4-FFF2-40B4-BE49-F238E27FC236}">
                  <a16:creationId xmlns:a16="http://schemas.microsoft.com/office/drawing/2014/main" id="{149BDDF2-472E-9FAF-730A-B34FA7C28ED0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43">
              <a:extLst>
                <a:ext uri="{FF2B5EF4-FFF2-40B4-BE49-F238E27FC236}">
                  <a16:creationId xmlns:a16="http://schemas.microsoft.com/office/drawing/2014/main" id="{388DD649-B19C-8A33-43A6-5E71DB3CDC07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4913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FC556-A892-5EA9-CD9E-69ECB0D2B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258A2C97-0ABD-3929-C90D-54355824C468}"/>
              </a:ext>
            </a:extLst>
          </p:cNvPr>
          <p:cNvSpPr txBox="1">
            <a:spLocks/>
          </p:cNvSpPr>
          <p:nvPr/>
        </p:nvSpPr>
        <p:spPr>
          <a:xfrm>
            <a:off x="241540" y="97706"/>
            <a:ext cx="5594483" cy="695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b="1">
                <a:solidFill>
                  <a:srgbClr val="21B8C6"/>
                </a:solidFill>
              </a:rPr>
              <a:t>Sustainability Plan details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89019555-9BAD-B1AC-1D07-A5EF931304AB}"/>
              </a:ext>
            </a:extLst>
          </p:cNvPr>
          <p:cNvCxnSpPr>
            <a:cxnSpLocks/>
          </p:cNvCxnSpPr>
          <p:nvPr/>
        </p:nvCxnSpPr>
        <p:spPr>
          <a:xfrm>
            <a:off x="170328" y="782731"/>
            <a:ext cx="2133600" cy="3992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3B80D1C-81FF-24CF-C4AB-9A5BC224D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149-7DE5-45BF-BC84-73B9E7ABF444}" type="slidenum">
              <a:rPr lang="it-IT" smtClean="0"/>
              <a:t>9</a:t>
            </a:fld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9E882C8-3D69-BD20-CAA3-D53FB558BC72}"/>
              </a:ext>
            </a:extLst>
          </p:cNvPr>
          <p:cNvSpPr/>
          <p:nvPr/>
        </p:nvSpPr>
        <p:spPr>
          <a:xfrm>
            <a:off x="8705257" y="338328"/>
            <a:ext cx="3241782" cy="2462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>
                <a:solidFill>
                  <a:srgbClr val="002060"/>
                </a:solidFill>
              </a:rPr>
              <a:t>FOR DISCUSSION</a:t>
            </a:r>
          </a:p>
        </p:txBody>
      </p:sp>
      <p:sp>
        <p:nvSpPr>
          <p:cNvPr id="57" name="TextBox 32">
            <a:extLst>
              <a:ext uri="{FF2B5EF4-FFF2-40B4-BE49-F238E27FC236}">
                <a16:creationId xmlns:a16="http://schemas.microsoft.com/office/drawing/2014/main" id="{89CC9B5F-C263-0D09-0EA9-DB581BB3EF3F}"/>
              </a:ext>
            </a:extLst>
          </p:cNvPr>
          <p:cNvSpPr txBox="1"/>
          <p:nvPr/>
        </p:nvSpPr>
        <p:spPr>
          <a:xfrm>
            <a:off x="3384393" y="1933586"/>
            <a:ext cx="4797053" cy="29700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E - Environment: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100" dirty="0"/>
              <a:t>UNI EN ISO 14001: </a:t>
            </a:r>
            <a:r>
              <a:rPr lang="fr-FR" sz="1100" i="1" dirty="0" err="1"/>
              <a:t>Environmental</a:t>
            </a:r>
            <a:r>
              <a:rPr lang="fr-FR" sz="1100" i="1" dirty="0"/>
              <a:t> Management System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1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UNI EN ISO 14064</a:t>
            </a:r>
            <a:r>
              <a:rPr kumimoji="0" lang="fr-FR" sz="11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: </a:t>
            </a:r>
            <a:r>
              <a:rPr kumimoji="0" lang="en-US" sz="11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Greenhouse Gas Accounting and Verification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/>
              <a:t>UNI EN ISO 50001: </a:t>
            </a:r>
            <a:r>
              <a:rPr lang="en-US" sz="1100" i="1" dirty="0"/>
              <a:t>Energy Management System</a:t>
            </a:r>
            <a:endParaRPr kumimoji="0" lang="en-US" sz="110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b="1" dirty="0"/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100" b="1" dirty="0"/>
              <a:t>S - Social: 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UNI/</a:t>
            </a:r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PdR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 125:2022: </a:t>
            </a:r>
            <a:r>
              <a:rPr kumimoji="0" lang="en-US" sz="11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Guidelines for Gender Equality Management Systems in organizations</a:t>
            </a:r>
          </a:p>
          <a:p>
            <a:pPr marL="171450" indent="-171450" algn="just" defTabSz="914400">
              <a:buFont typeface="Arial" panose="020B0604020202020204" pitchFamily="34" charset="0"/>
              <a:buChar char="•"/>
              <a:defRPr/>
            </a:pPr>
            <a:endParaRPr kumimoji="0" lang="en-US" sz="11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171450" indent="-171450" algn="just" defTabSz="914400">
              <a:buFont typeface="Arial" panose="020B0604020202020204" pitchFamily="34" charset="0"/>
              <a:buChar char="•"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SA 8000: </a:t>
            </a:r>
            <a:r>
              <a:rPr kumimoji="0" lang="en-US" sz="11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Certification for Social Accountability</a:t>
            </a:r>
          </a:p>
          <a:p>
            <a:pPr marL="171450" indent="-171450" algn="just" defTabSz="914400">
              <a:buFont typeface="Arial" panose="020B0604020202020204" pitchFamily="34" charset="0"/>
              <a:buChar char="•"/>
              <a:defRPr/>
            </a:pPr>
            <a:r>
              <a:rPr lang="en-US" sz="1100" dirty="0"/>
              <a:t>UNI EN ISO 45001: </a:t>
            </a:r>
            <a:r>
              <a:rPr lang="en-US" sz="1100" i="1" dirty="0"/>
              <a:t>Occupational Health and Safety Management</a:t>
            </a:r>
            <a:endParaRPr kumimoji="0" lang="en-US" sz="110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Equal Salary: </a:t>
            </a:r>
            <a:r>
              <a:rPr kumimoji="0" lang="en-US" sz="11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Certification for gender pay equality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dirty="0"/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G – Governance: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/>
              <a:t>UNI EN ISO 9001: </a:t>
            </a:r>
            <a:r>
              <a:rPr lang="en-US" sz="1100" i="1" dirty="0"/>
              <a:t>Quality Management System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/>
              <a:t>UNI ISO 37001: </a:t>
            </a:r>
            <a:r>
              <a:rPr lang="en-US" sz="1100" i="1" dirty="0"/>
              <a:t>Anti-Bribery Management System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/>
              <a:t>UNI ISO/IEC 20000: </a:t>
            </a:r>
            <a:r>
              <a:rPr lang="en-US" sz="1100" i="1" dirty="0"/>
              <a:t>IT Service Management System</a:t>
            </a:r>
            <a:endParaRPr kumimoji="0" lang="en-US" sz="110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8" name="TextBox 36">
            <a:extLst>
              <a:ext uri="{FF2B5EF4-FFF2-40B4-BE49-F238E27FC236}">
                <a16:creationId xmlns:a16="http://schemas.microsoft.com/office/drawing/2014/main" id="{81CD4A64-60ED-EDC3-0AC0-1454F05F11C4}"/>
              </a:ext>
            </a:extLst>
          </p:cNvPr>
          <p:cNvSpPr txBox="1"/>
          <p:nvPr/>
        </p:nvSpPr>
        <p:spPr>
          <a:xfrm>
            <a:off x="8365646" y="1943918"/>
            <a:ext cx="2304000" cy="29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algn="just" defTabSz="914400"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Achieving certifications</a:t>
            </a:r>
          </a:p>
        </p:txBody>
      </p:sp>
      <p:sp>
        <p:nvSpPr>
          <p:cNvPr id="59" name="Rectangle 37">
            <a:extLst>
              <a:ext uri="{FF2B5EF4-FFF2-40B4-BE49-F238E27FC236}">
                <a16:creationId xmlns:a16="http://schemas.microsoft.com/office/drawing/2014/main" id="{92BA907F-0DB8-FE28-0665-41F875DC7624}"/>
              </a:ext>
            </a:extLst>
          </p:cNvPr>
          <p:cNvSpPr/>
          <p:nvPr/>
        </p:nvSpPr>
        <p:spPr>
          <a:xfrm>
            <a:off x="3384393" y="1498982"/>
            <a:ext cx="4797053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dirty="0">
                <a:solidFill>
                  <a:srgbClr val="000000"/>
                </a:solidFill>
              </a:rPr>
              <a:t>Implementation of tools to measure business continuity management capabilities</a:t>
            </a:r>
            <a:endParaRPr kumimoji="0" lang="it-IT" sz="120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0" name="Rectangle 6">
            <a:extLst>
              <a:ext uri="{FF2B5EF4-FFF2-40B4-BE49-F238E27FC236}">
                <a16:creationId xmlns:a16="http://schemas.microsoft.com/office/drawing/2014/main" id="{B8970C18-7AFA-0B41-2AAF-AA779811ABD5}"/>
              </a:ext>
            </a:extLst>
          </p:cNvPr>
          <p:cNvSpPr/>
          <p:nvPr/>
        </p:nvSpPr>
        <p:spPr>
          <a:xfrm>
            <a:off x="8370316" y="1498982"/>
            <a:ext cx="23040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Definition and </a:t>
            </a:r>
            <a:r>
              <a:rPr kumimoji="0" lang="it-IT" sz="12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implementation</a:t>
            </a:r>
            <a:r>
              <a:rPr kumimoji="0" lang="it-IT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of tools</a:t>
            </a:r>
          </a:p>
        </p:txBody>
      </p:sp>
      <p:sp>
        <p:nvSpPr>
          <p:cNvPr id="61" name="TextBox 34">
            <a:extLst>
              <a:ext uri="{FF2B5EF4-FFF2-40B4-BE49-F238E27FC236}">
                <a16:creationId xmlns:a16="http://schemas.microsoft.com/office/drawing/2014/main" id="{73F44FD0-7484-90B9-3A9F-CF022B669CA3}"/>
              </a:ext>
            </a:extLst>
          </p:cNvPr>
          <p:cNvSpPr txBox="1"/>
          <p:nvPr/>
        </p:nvSpPr>
        <p:spPr>
          <a:xfrm>
            <a:off x="913018" y="1512371"/>
            <a:ext cx="2304000" cy="34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Ensure security and continuity of service</a:t>
            </a:r>
            <a:endParaRPr lang="it-IT" sz="1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B964EF9-26A3-0FFE-EF64-1C6072E43B47}"/>
              </a:ext>
            </a:extLst>
          </p:cNvPr>
          <p:cNvSpPr/>
          <p:nvPr/>
        </p:nvSpPr>
        <p:spPr>
          <a:xfrm rot="16200000">
            <a:off x="-1245203" y="2891676"/>
            <a:ext cx="3433389" cy="64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r>
              <a:rPr lang="it-IT" sz="1100" b="1" dirty="0">
                <a:solidFill>
                  <a:schemeClr val="accent2">
                    <a:lumMod val="50000"/>
                  </a:schemeClr>
                </a:solidFill>
              </a:rPr>
              <a:t>ETHICS AND INTEGRITY</a:t>
            </a:r>
          </a:p>
        </p:txBody>
      </p:sp>
      <p:cxnSp>
        <p:nvCxnSpPr>
          <p:cNvPr id="37" name="Connettore diritto 36">
            <a:extLst>
              <a:ext uri="{FF2B5EF4-FFF2-40B4-BE49-F238E27FC236}">
                <a16:creationId xmlns:a16="http://schemas.microsoft.com/office/drawing/2014/main" id="{45CFE852-6640-C491-C1E0-6E7554521A4A}"/>
              </a:ext>
            </a:extLst>
          </p:cNvPr>
          <p:cNvCxnSpPr>
            <a:cxnSpLocks/>
          </p:cNvCxnSpPr>
          <p:nvPr/>
        </p:nvCxnSpPr>
        <p:spPr>
          <a:xfrm>
            <a:off x="170328" y="782731"/>
            <a:ext cx="2133600" cy="3992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12">
            <a:extLst>
              <a:ext uri="{FF2B5EF4-FFF2-40B4-BE49-F238E27FC236}">
                <a16:creationId xmlns:a16="http://schemas.microsoft.com/office/drawing/2014/main" id="{470ED100-020C-004A-9ACC-F4DE16BEC2B1}"/>
              </a:ext>
            </a:extLst>
          </p:cNvPr>
          <p:cNvSpPr/>
          <p:nvPr/>
        </p:nvSpPr>
        <p:spPr>
          <a:xfrm>
            <a:off x="82193" y="939173"/>
            <a:ext cx="12010490" cy="400335"/>
          </a:xfrm>
          <a:prstGeom prst="rect">
            <a:avLst/>
          </a:prstGeom>
          <a:solidFill>
            <a:srgbClr val="0098A5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9" name="TextBox 13">
            <a:extLst>
              <a:ext uri="{FF2B5EF4-FFF2-40B4-BE49-F238E27FC236}">
                <a16:creationId xmlns:a16="http://schemas.microsoft.com/office/drawing/2014/main" id="{54F21B92-BB13-0C1B-AD23-09F63A187ACE}"/>
              </a:ext>
            </a:extLst>
          </p:cNvPr>
          <p:cNvSpPr txBox="1"/>
          <p:nvPr/>
        </p:nvSpPr>
        <p:spPr>
          <a:xfrm>
            <a:off x="1404952" y="1012799"/>
            <a:ext cx="13201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OBJECTIVES</a:t>
            </a:r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F371243B-026C-784B-7C7B-810C5DEA578D}"/>
              </a:ext>
            </a:extLst>
          </p:cNvPr>
          <p:cNvSpPr txBox="1"/>
          <p:nvPr/>
        </p:nvSpPr>
        <p:spPr>
          <a:xfrm>
            <a:off x="4208391" y="1012799"/>
            <a:ext cx="31612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ACTIONS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2ACFD8-01DD-2DD2-767D-63AFFD8ED943}"/>
              </a:ext>
            </a:extLst>
          </p:cNvPr>
          <p:cNvSpPr txBox="1"/>
          <p:nvPr/>
        </p:nvSpPr>
        <p:spPr>
          <a:xfrm>
            <a:off x="10801867" y="1012799"/>
            <a:ext cx="13079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TIME HORIZON</a:t>
            </a:r>
          </a:p>
        </p:txBody>
      </p:sp>
      <p:sp>
        <p:nvSpPr>
          <p:cNvPr id="42" name="TextBox 14">
            <a:extLst>
              <a:ext uri="{FF2B5EF4-FFF2-40B4-BE49-F238E27FC236}">
                <a16:creationId xmlns:a16="http://schemas.microsoft.com/office/drawing/2014/main" id="{E9F3EA95-BCBA-2B3B-0BB2-4A42E584A49F}"/>
              </a:ext>
            </a:extLst>
          </p:cNvPr>
          <p:cNvSpPr txBox="1"/>
          <p:nvPr/>
        </p:nvSpPr>
        <p:spPr>
          <a:xfrm>
            <a:off x="8868346" y="1012799"/>
            <a:ext cx="13079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TARGET</a:t>
            </a:r>
          </a:p>
        </p:txBody>
      </p:sp>
      <p:grpSp>
        <p:nvGrpSpPr>
          <p:cNvPr id="46" name="Gruppo 45">
            <a:extLst>
              <a:ext uri="{FF2B5EF4-FFF2-40B4-BE49-F238E27FC236}">
                <a16:creationId xmlns:a16="http://schemas.microsoft.com/office/drawing/2014/main" id="{C689D6F0-24E2-B291-39D5-FAD86FCC7F10}"/>
              </a:ext>
            </a:extLst>
          </p:cNvPr>
          <p:cNvGrpSpPr/>
          <p:nvPr/>
        </p:nvGrpSpPr>
        <p:grpSpPr>
          <a:xfrm>
            <a:off x="11185837" y="4318308"/>
            <a:ext cx="540000" cy="468000"/>
            <a:chOff x="11226070" y="4081324"/>
            <a:chExt cx="540000" cy="468000"/>
          </a:xfrm>
        </p:grpSpPr>
        <p:sp>
          <p:nvSpPr>
            <p:cNvPr id="47" name="Flowchart: Connector 42">
              <a:extLst>
                <a:ext uri="{FF2B5EF4-FFF2-40B4-BE49-F238E27FC236}">
                  <a16:creationId xmlns:a16="http://schemas.microsoft.com/office/drawing/2014/main" id="{E9E61670-E08C-E322-3FB4-1A55D5D3B99C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3">
              <a:extLst>
                <a:ext uri="{FF2B5EF4-FFF2-40B4-BE49-F238E27FC236}">
                  <a16:creationId xmlns:a16="http://schemas.microsoft.com/office/drawing/2014/main" id="{BB52A7DE-E8B8-DFAC-729B-3190CCD49B24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2026</a:t>
              </a:r>
            </a:p>
          </p:txBody>
        </p:sp>
      </p:grp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C1324A45-C0C1-EA8E-5134-C795C42ABB54}"/>
              </a:ext>
            </a:extLst>
          </p:cNvPr>
          <p:cNvGrpSpPr/>
          <p:nvPr/>
        </p:nvGrpSpPr>
        <p:grpSpPr>
          <a:xfrm>
            <a:off x="11185837" y="1404697"/>
            <a:ext cx="540000" cy="468000"/>
            <a:chOff x="11226070" y="4081324"/>
            <a:chExt cx="540000" cy="468000"/>
          </a:xfrm>
        </p:grpSpPr>
        <p:sp>
          <p:nvSpPr>
            <p:cNvPr id="64" name="Flowchart: Connector 42">
              <a:extLst>
                <a:ext uri="{FF2B5EF4-FFF2-40B4-BE49-F238E27FC236}">
                  <a16:creationId xmlns:a16="http://schemas.microsoft.com/office/drawing/2014/main" id="{EE8622F2-B0A9-5A58-5EB8-FE18F00C8E20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43">
              <a:extLst>
                <a:ext uri="{FF2B5EF4-FFF2-40B4-BE49-F238E27FC236}">
                  <a16:creationId xmlns:a16="http://schemas.microsoft.com/office/drawing/2014/main" id="{2FF3DFB8-0302-CA5A-8498-10E684098370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2025</a:t>
              </a:r>
            </a:p>
          </p:txBody>
        </p:sp>
      </p:grpSp>
      <p:cxnSp>
        <p:nvCxnSpPr>
          <p:cNvPr id="105" name="Connettore diritto 104">
            <a:extLst>
              <a:ext uri="{FF2B5EF4-FFF2-40B4-BE49-F238E27FC236}">
                <a16:creationId xmlns:a16="http://schemas.microsoft.com/office/drawing/2014/main" id="{46953917-DF20-B876-895C-CCD317F00E28}"/>
              </a:ext>
            </a:extLst>
          </p:cNvPr>
          <p:cNvCxnSpPr>
            <a:cxnSpLocks/>
          </p:cNvCxnSpPr>
          <p:nvPr/>
        </p:nvCxnSpPr>
        <p:spPr>
          <a:xfrm>
            <a:off x="147489" y="4993241"/>
            <a:ext cx="11844000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32">
            <a:extLst>
              <a:ext uri="{FF2B5EF4-FFF2-40B4-BE49-F238E27FC236}">
                <a16:creationId xmlns:a16="http://schemas.microsoft.com/office/drawing/2014/main" id="{93DA6AF9-2369-855B-8885-CC1DA3323354}"/>
              </a:ext>
            </a:extLst>
          </p:cNvPr>
          <p:cNvSpPr txBox="1"/>
          <p:nvPr/>
        </p:nvSpPr>
        <p:spPr>
          <a:xfrm>
            <a:off x="3386399" y="5126502"/>
            <a:ext cx="4797053" cy="9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dirty="0"/>
              <a:t>Establish a website to enable users and affected communities of the network to learn about </a:t>
            </a:r>
            <a:r>
              <a:rPr lang="en-US" sz="1200" dirty="0" err="1"/>
              <a:t>ZefiroNet's</a:t>
            </a:r>
            <a:r>
              <a:rPr lang="en-US" sz="1200" dirty="0"/>
              <a:t> business</a:t>
            </a:r>
            <a:endParaRPr kumimoji="0" lang="it-IT" sz="120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TextBox 36">
            <a:extLst>
              <a:ext uri="{FF2B5EF4-FFF2-40B4-BE49-F238E27FC236}">
                <a16:creationId xmlns:a16="http://schemas.microsoft.com/office/drawing/2014/main" id="{72E0DE6B-E23B-120A-A124-48A9B388874F}"/>
              </a:ext>
            </a:extLst>
          </p:cNvPr>
          <p:cNvSpPr txBox="1"/>
          <p:nvPr/>
        </p:nvSpPr>
        <p:spPr>
          <a:xfrm>
            <a:off x="8365646" y="5126502"/>
            <a:ext cx="2304000" cy="9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Website </a:t>
            </a:r>
            <a:r>
              <a:rPr kumimoji="0" lang="it-IT" sz="120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launch</a:t>
            </a:r>
            <a:endParaRPr kumimoji="0" lang="it-IT" sz="120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4E6EB2A-EA04-7A67-2B14-40760558C63D}"/>
              </a:ext>
            </a:extLst>
          </p:cNvPr>
          <p:cNvSpPr/>
          <p:nvPr/>
        </p:nvSpPr>
        <p:spPr>
          <a:xfrm rot="16200000">
            <a:off x="-61144" y="5292698"/>
            <a:ext cx="1065270" cy="64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r>
              <a:rPr lang="it-IT" sz="1100" b="1">
                <a:solidFill>
                  <a:schemeClr val="accent2">
                    <a:lumMod val="50000"/>
                  </a:schemeClr>
                </a:solidFill>
              </a:rPr>
              <a:t>COMMUNITY RELATIONS</a:t>
            </a:r>
          </a:p>
        </p:txBody>
      </p:sp>
      <p:sp>
        <p:nvSpPr>
          <p:cNvPr id="11" name="TextBox 34">
            <a:extLst>
              <a:ext uri="{FF2B5EF4-FFF2-40B4-BE49-F238E27FC236}">
                <a16:creationId xmlns:a16="http://schemas.microsoft.com/office/drawing/2014/main" id="{9D9A0971-3663-312C-4CFE-8101F13F1CD4}"/>
              </a:ext>
            </a:extLst>
          </p:cNvPr>
          <p:cNvSpPr txBox="1"/>
          <p:nvPr/>
        </p:nvSpPr>
        <p:spPr>
          <a:xfrm>
            <a:off x="913018" y="5126502"/>
            <a:ext cx="2304000" cy="97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r>
              <a:rPr lang="en-US" sz="1200" b="1">
                <a:solidFill>
                  <a:schemeClr val="accent2">
                    <a:lumMod val="50000"/>
                  </a:schemeClr>
                </a:solidFill>
              </a:rPr>
              <a:t>Promoting digital inclusion and fostering accessibility</a:t>
            </a:r>
            <a:endParaRPr lang="it-IT" sz="1200" b="1">
              <a:solidFill>
                <a:schemeClr val="accent2">
                  <a:lumMod val="50000"/>
                </a:schemeClr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A4D56499-0E41-3351-EA53-16397887A9B3}"/>
              </a:ext>
            </a:extLst>
          </p:cNvPr>
          <p:cNvGrpSpPr/>
          <p:nvPr/>
        </p:nvGrpSpPr>
        <p:grpSpPr>
          <a:xfrm>
            <a:off x="11185837" y="5378502"/>
            <a:ext cx="540000" cy="468000"/>
            <a:chOff x="11226070" y="4081324"/>
            <a:chExt cx="540000" cy="468000"/>
          </a:xfrm>
        </p:grpSpPr>
        <p:sp>
          <p:nvSpPr>
            <p:cNvPr id="15" name="Flowchart: Connector 42">
              <a:extLst>
                <a:ext uri="{FF2B5EF4-FFF2-40B4-BE49-F238E27FC236}">
                  <a16:creationId xmlns:a16="http://schemas.microsoft.com/office/drawing/2014/main" id="{2BAFCF98-3E2D-14B1-B1F9-0155AAA35B45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43">
              <a:extLst>
                <a:ext uri="{FF2B5EF4-FFF2-40B4-BE49-F238E27FC236}">
                  <a16:creationId xmlns:a16="http://schemas.microsoft.com/office/drawing/2014/main" id="{B3DC4BCA-B49D-739E-D4F6-F7F5598F558A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2026</a:t>
              </a:r>
            </a:p>
          </p:txBody>
        </p:sp>
      </p:grp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66692E89-87B6-0B5D-BE34-E6C8E9C6B963}"/>
              </a:ext>
            </a:extLst>
          </p:cNvPr>
          <p:cNvGrpSpPr/>
          <p:nvPr/>
        </p:nvGrpSpPr>
        <p:grpSpPr>
          <a:xfrm>
            <a:off x="11188509" y="2856180"/>
            <a:ext cx="540000" cy="468000"/>
            <a:chOff x="11226070" y="4081324"/>
            <a:chExt cx="540000" cy="468000"/>
          </a:xfrm>
        </p:grpSpPr>
        <p:sp>
          <p:nvSpPr>
            <p:cNvPr id="27" name="Flowchart: Connector 42">
              <a:extLst>
                <a:ext uri="{FF2B5EF4-FFF2-40B4-BE49-F238E27FC236}">
                  <a16:creationId xmlns:a16="http://schemas.microsoft.com/office/drawing/2014/main" id="{9F52F057-3021-ECF8-E223-252828E8E006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43">
              <a:extLst>
                <a:ext uri="{FF2B5EF4-FFF2-40B4-BE49-F238E27FC236}">
                  <a16:creationId xmlns:a16="http://schemas.microsoft.com/office/drawing/2014/main" id="{C36ABBBE-BC99-352A-EDD8-409CF9C3F164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2025</a:t>
              </a:r>
            </a:p>
          </p:txBody>
        </p:sp>
      </p:grp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44D40783-F25F-5F72-6CCC-535B15684CAB}"/>
              </a:ext>
            </a:extLst>
          </p:cNvPr>
          <p:cNvGrpSpPr/>
          <p:nvPr/>
        </p:nvGrpSpPr>
        <p:grpSpPr>
          <a:xfrm>
            <a:off x="11185837" y="3502620"/>
            <a:ext cx="540000" cy="468000"/>
            <a:chOff x="11226070" y="4081324"/>
            <a:chExt cx="540000" cy="468000"/>
          </a:xfrm>
        </p:grpSpPr>
        <p:sp>
          <p:nvSpPr>
            <p:cNvPr id="36" name="Flowchart: Connector 42">
              <a:extLst>
                <a:ext uri="{FF2B5EF4-FFF2-40B4-BE49-F238E27FC236}">
                  <a16:creationId xmlns:a16="http://schemas.microsoft.com/office/drawing/2014/main" id="{7DFA30AA-9207-85B8-40AE-2692FC608AA7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3">
              <a:extLst>
                <a:ext uri="{FF2B5EF4-FFF2-40B4-BE49-F238E27FC236}">
                  <a16:creationId xmlns:a16="http://schemas.microsoft.com/office/drawing/2014/main" id="{EE5FD4D3-FD2F-2DEE-E546-B5FC54CDD816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2026</a:t>
              </a:r>
            </a:p>
          </p:txBody>
        </p:sp>
      </p:grpSp>
      <p:grpSp>
        <p:nvGrpSpPr>
          <p:cNvPr id="44" name="Gruppo 43">
            <a:extLst>
              <a:ext uri="{FF2B5EF4-FFF2-40B4-BE49-F238E27FC236}">
                <a16:creationId xmlns:a16="http://schemas.microsoft.com/office/drawing/2014/main" id="{6D4F8F56-CA2C-7324-DA28-ADEA4BAC1507}"/>
              </a:ext>
            </a:extLst>
          </p:cNvPr>
          <p:cNvGrpSpPr/>
          <p:nvPr/>
        </p:nvGrpSpPr>
        <p:grpSpPr>
          <a:xfrm>
            <a:off x="11174191" y="2130625"/>
            <a:ext cx="540000" cy="468000"/>
            <a:chOff x="11226070" y="4081324"/>
            <a:chExt cx="540000" cy="468000"/>
          </a:xfrm>
        </p:grpSpPr>
        <p:sp>
          <p:nvSpPr>
            <p:cNvPr id="45" name="Flowchart: Connector 42">
              <a:extLst>
                <a:ext uri="{FF2B5EF4-FFF2-40B4-BE49-F238E27FC236}">
                  <a16:creationId xmlns:a16="http://schemas.microsoft.com/office/drawing/2014/main" id="{63A3DACD-6AF1-B548-BE8F-15881919BA17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3">
              <a:extLst>
                <a:ext uri="{FF2B5EF4-FFF2-40B4-BE49-F238E27FC236}">
                  <a16:creationId xmlns:a16="http://schemas.microsoft.com/office/drawing/2014/main" id="{5D75C839-3B1C-AF73-ABEB-1602EA92D15E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7777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69036-D8F5-461A-E0D3-AAC275715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C0A84EE6-4B08-1CD2-D5F9-C41D5238E0A0}"/>
              </a:ext>
            </a:extLst>
          </p:cNvPr>
          <p:cNvSpPr txBox="1">
            <a:spLocks/>
          </p:cNvSpPr>
          <p:nvPr/>
        </p:nvSpPr>
        <p:spPr>
          <a:xfrm>
            <a:off x="241540" y="97706"/>
            <a:ext cx="5594483" cy="695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b="1">
                <a:solidFill>
                  <a:srgbClr val="21B8C6"/>
                </a:solidFill>
              </a:rPr>
              <a:t>Sustainability Plan details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012B296-4350-1EFF-5F23-B91364B6D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149-7DE5-45BF-BC84-73B9E7ABF444}" type="slidenum">
              <a:rPr lang="it-IT" smtClean="0"/>
              <a:t>10</a:t>
            </a:fld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F308FF5-5BB8-BE87-F9F2-9E270AC58B7B}"/>
              </a:ext>
            </a:extLst>
          </p:cNvPr>
          <p:cNvSpPr/>
          <p:nvPr/>
        </p:nvSpPr>
        <p:spPr>
          <a:xfrm>
            <a:off x="8705257" y="338328"/>
            <a:ext cx="3241782" cy="2462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>
                <a:solidFill>
                  <a:srgbClr val="002060"/>
                </a:solidFill>
              </a:rPr>
              <a:t>FOR DISCUSSION</a:t>
            </a:r>
          </a:p>
        </p:txBody>
      </p:sp>
      <p:sp>
        <p:nvSpPr>
          <p:cNvPr id="59" name="Rectangle 37">
            <a:extLst>
              <a:ext uri="{FF2B5EF4-FFF2-40B4-BE49-F238E27FC236}">
                <a16:creationId xmlns:a16="http://schemas.microsoft.com/office/drawing/2014/main" id="{F0886AA1-9B23-B970-B9F5-8ED8188D2314}"/>
              </a:ext>
            </a:extLst>
          </p:cNvPr>
          <p:cNvSpPr/>
          <p:nvPr/>
        </p:nvSpPr>
        <p:spPr>
          <a:xfrm>
            <a:off x="3386399" y="1496304"/>
            <a:ext cx="4797053" cy="123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Defining and organizing training plans on ESG areas for all employees</a:t>
            </a:r>
          </a:p>
        </p:txBody>
      </p:sp>
      <p:sp>
        <p:nvSpPr>
          <p:cNvPr id="60" name="Rectangle 6">
            <a:extLst>
              <a:ext uri="{FF2B5EF4-FFF2-40B4-BE49-F238E27FC236}">
                <a16:creationId xmlns:a16="http://schemas.microsoft.com/office/drawing/2014/main" id="{A58FEA1F-59A5-3075-E6C1-DDECCB40EBB2}"/>
              </a:ext>
            </a:extLst>
          </p:cNvPr>
          <p:cNvSpPr/>
          <p:nvPr/>
        </p:nvSpPr>
        <p:spPr>
          <a:xfrm>
            <a:off x="8365646" y="1497023"/>
            <a:ext cx="2304000" cy="12333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 defTabSz="914400">
              <a:buFont typeface="Arial" panose="020B0604020202020204" pitchFamily="34" charset="0"/>
              <a:buChar char="•"/>
              <a:defRPr/>
            </a:pPr>
            <a:r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Definition of n. hours of guaranteed training on ESG areas per employee</a:t>
            </a:r>
          </a:p>
          <a:p>
            <a:pPr marL="171450" indent="-171450" algn="just" defTabSz="914400">
              <a:buFont typeface="Arial" panose="020B0604020202020204" pitchFamily="34" charset="0"/>
              <a:buChar char="•"/>
              <a:defRPr/>
            </a:pPr>
            <a:r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Definition of n. hours of specialized training per ESG committee to be established</a:t>
            </a:r>
            <a:endParaRPr lang="it-IT" sz="1200">
              <a:solidFill>
                <a:schemeClr val="tx1"/>
              </a:solidFill>
            </a:endParaRPr>
          </a:p>
        </p:txBody>
      </p:sp>
      <p:sp>
        <p:nvSpPr>
          <p:cNvPr id="61" name="TextBox 34">
            <a:extLst>
              <a:ext uri="{FF2B5EF4-FFF2-40B4-BE49-F238E27FC236}">
                <a16:creationId xmlns:a16="http://schemas.microsoft.com/office/drawing/2014/main" id="{4E3D7526-5C94-D1E0-3D6E-9199DC03BD1D}"/>
              </a:ext>
            </a:extLst>
          </p:cNvPr>
          <p:cNvSpPr txBox="1"/>
          <p:nvPr/>
        </p:nvSpPr>
        <p:spPr>
          <a:xfrm>
            <a:off x="913018" y="1496304"/>
            <a:ext cx="2304000" cy="123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r>
              <a:rPr lang="en-US" sz="1200" b="1">
                <a:solidFill>
                  <a:schemeClr val="accent2">
                    <a:lumMod val="50000"/>
                  </a:schemeClr>
                </a:solidFill>
              </a:rPr>
              <a:t>Promotion of ESG training to all resources</a:t>
            </a:r>
            <a:endParaRPr lang="it-IT" sz="12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TextBox 32">
            <a:extLst>
              <a:ext uri="{FF2B5EF4-FFF2-40B4-BE49-F238E27FC236}">
                <a16:creationId xmlns:a16="http://schemas.microsoft.com/office/drawing/2014/main" id="{B0B49EFB-FFBD-D4D5-0569-7D122EE4276A}"/>
              </a:ext>
            </a:extLst>
          </p:cNvPr>
          <p:cNvSpPr txBox="1"/>
          <p:nvPr/>
        </p:nvSpPr>
        <p:spPr>
          <a:xfrm>
            <a:off x="3386399" y="3773652"/>
            <a:ext cx="4797053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/>
              <a:t>Structuring the pathway for achieving UNI/</a:t>
            </a:r>
            <a:r>
              <a:rPr lang="en-US" sz="1200" err="1"/>
              <a:t>PdR</a:t>
            </a:r>
            <a:r>
              <a:rPr lang="en-US" sz="1200"/>
              <a:t> 125:2022 Gender Equality Certification</a:t>
            </a:r>
            <a:endParaRPr kumimoji="0" lang="it-IT" sz="1200" i="1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TextBox 36">
            <a:extLst>
              <a:ext uri="{FF2B5EF4-FFF2-40B4-BE49-F238E27FC236}">
                <a16:creationId xmlns:a16="http://schemas.microsoft.com/office/drawing/2014/main" id="{D4A45BCC-563A-76AA-E0BB-1830BECBE649}"/>
              </a:ext>
            </a:extLst>
          </p:cNvPr>
          <p:cNvSpPr txBox="1"/>
          <p:nvPr/>
        </p:nvSpPr>
        <p:spPr>
          <a:xfrm>
            <a:off x="8365646" y="3773652"/>
            <a:ext cx="2304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Achievement of </a:t>
            </a:r>
            <a:r>
              <a:rPr kumimoji="0" lang="it-IT" sz="120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certification</a:t>
            </a:r>
            <a:endParaRPr kumimoji="0" lang="it-IT" sz="120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B363C9D-3FCB-1F09-AC38-8506AF8E1586}"/>
              </a:ext>
            </a:extLst>
          </p:cNvPr>
          <p:cNvSpPr/>
          <p:nvPr/>
        </p:nvSpPr>
        <p:spPr>
          <a:xfrm rot="16200000">
            <a:off x="-1551845" y="3195640"/>
            <a:ext cx="4046674" cy="64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r>
              <a:rPr lang="it-IT" sz="1100" b="1">
                <a:solidFill>
                  <a:schemeClr val="accent2">
                    <a:lumMod val="50000"/>
                  </a:schemeClr>
                </a:solidFill>
              </a:rPr>
              <a:t>CENTRALITY OF THE PERSON</a:t>
            </a:r>
          </a:p>
        </p:txBody>
      </p:sp>
      <p:sp>
        <p:nvSpPr>
          <p:cNvPr id="11" name="TextBox 34">
            <a:extLst>
              <a:ext uri="{FF2B5EF4-FFF2-40B4-BE49-F238E27FC236}">
                <a16:creationId xmlns:a16="http://schemas.microsoft.com/office/drawing/2014/main" id="{57960830-3BA4-F40B-43A2-CBCD710FCE4C}"/>
              </a:ext>
            </a:extLst>
          </p:cNvPr>
          <p:cNvSpPr txBox="1"/>
          <p:nvPr/>
        </p:nvSpPr>
        <p:spPr>
          <a:xfrm>
            <a:off x="913018" y="3786377"/>
            <a:ext cx="2304000" cy="172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r>
              <a:rPr lang="en-US" sz="1200" b="1">
                <a:solidFill>
                  <a:schemeClr val="accent2">
                    <a:lumMod val="50000"/>
                  </a:schemeClr>
                </a:solidFill>
              </a:rPr>
              <a:t>Ensuring equity and equal opportunity</a:t>
            </a:r>
            <a:endParaRPr lang="it-IT" sz="12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:a16="http://schemas.microsoft.com/office/drawing/2014/main" id="{9014FD10-B439-9CE1-0BB9-213EB23F3066}"/>
              </a:ext>
            </a:extLst>
          </p:cNvPr>
          <p:cNvSpPr txBox="1"/>
          <p:nvPr/>
        </p:nvSpPr>
        <p:spPr>
          <a:xfrm>
            <a:off x="8365646" y="4429685"/>
            <a:ext cx="2304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Drafting</a:t>
            </a:r>
            <a:r>
              <a:rPr kumimoji="0" lang="it-IT" sz="12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policy</a:t>
            </a:r>
          </a:p>
        </p:txBody>
      </p:sp>
      <p:sp>
        <p:nvSpPr>
          <p:cNvPr id="19" name="TextBox 32">
            <a:extLst>
              <a:ext uri="{FF2B5EF4-FFF2-40B4-BE49-F238E27FC236}">
                <a16:creationId xmlns:a16="http://schemas.microsoft.com/office/drawing/2014/main" id="{053F7C76-EFB1-FF4C-D0CC-81DC6AD2DB8F}"/>
              </a:ext>
            </a:extLst>
          </p:cNvPr>
          <p:cNvSpPr txBox="1"/>
          <p:nvPr/>
        </p:nvSpPr>
        <p:spPr>
          <a:xfrm>
            <a:off x="3386399" y="4429685"/>
            <a:ext cx="4797053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/>
              <a:t>Drafting the Policy on Diversity, Equity &amp; Inclusion (DEI), including for the purpose of ESRS datapoint reporting</a:t>
            </a:r>
            <a:endParaRPr kumimoji="0" lang="it-IT" sz="1200" i="1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TextBox 32">
            <a:extLst>
              <a:ext uri="{FF2B5EF4-FFF2-40B4-BE49-F238E27FC236}">
                <a16:creationId xmlns:a16="http://schemas.microsoft.com/office/drawing/2014/main" id="{2659595F-498E-ED26-6DBC-5E07DA961E35}"/>
              </a:ext>
            </a:extLst>
          </p:cNvPr>
          <p:cNvSpPr txBox="1"/>
          <p:nvPr/>
        </p:nvSpPr>
        <p:spPr>
          <a:xfrm>
            <a:off x="3386399" y="5173644"/>
            <a:ext cx="4797053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dirty="0"/>
              <a:t>Achieving Equal Salary Certification</a:t>
            </a:r>
            <a:endParaRPr kumimoji="0" lang="it-IT" sz="120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6" name="TextBox 36">
            <a:extLst>
              <a:ext uri="{FF2B5EF4-FFF2-40B4-BE49-F238E27FC236}">
                <a16:creationId xmlns:a16="http://schemas.microsoft.com/office/drawing/2014/main" id="{8B65C73A-DB24-7EA6-FE7F-6944124A3634}"/>
              </a:ext>
            </a:extLst>
          </p:cNvPr>
          <p:cNvSpPr txBox="1"/>
          <p:nvPr/>
        </p:nvSpPr>
        <p:spPr>
          <a:xfrm>
            <a:off x="8365646" y="5173644"/>
            <a:ext cx="2304000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Achievement of certification</a:t>
            </a:r>
            <a:endParaRPr kumimoji="0" lang="it-IT" sz="12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BF980ABA-1A80-D900-2EE7-821E43CC4714}"/>
              </a:ext>
            </a:extLst>
          </p:cNvPr>
          <p:cNvGrpSpPr/>
          <p:nvPr/>
        </p:nvGrpSpPr>
        <p:grpSpPr>
          <a:xfrm>
            <a:off x="11185837" y="5054440"/>
            <a:ext cx="540000" cy="468000"/>
            <a:chOff x="11226070" y="4081324"/>
            <a:chExt cx="540000" cy="468000"/>
          </a:xfrm>
        </p:grpSpPr>
        <p:sp>
          <p:nvSpPr>
            <p:cNvPr id="31" name="Flowchart: Connector 42">
              <a:extLst>
                <a:ext uri="{FF2B5EF4-FFF2-40B4-BE49-F238E27FC236}">
                  <a16:creationId xmlns:a16="http://schemas.microsoft.com/office/drawing/2014/main" id="{06491C66-43FA-A702-C3F9-5D60E295583C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43">
              <a:extLst>
                <a:ext uri="{FF2B5EF4-FFF2-40B4-BE49-F238E27FC236}">
                  <a16:creationId xmlns:a16="http://schemas.microsoft.com/office/drawing/2014/main" id="{5A4A0E55-FDE0-51C2-A1B5-B7CD46CF8481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2026</a:t>
              </a:r>
            </a:p>
          </p:txBody>
        </p:sp>
      </p:grp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916CF3AB-E8B5-7500-838E-35D6452CA8D7}"/>
              </a:ext>
            </a:extLst>
          </p:cNvPr>
          <p:cNvGrpSpPr/>
          <p:nvPr/>
        </p:nvGrpSpPr>
        <p:grpSpPr>
          <a:xfrm>
            <a:off x="11185837" y="4406301"/>
            <a:ext cx="540000" cy="468000"/>
            <a:chOff x="11226070" y="4081324"/>
            <a:chExt cx="540000" cy="468000"/>
          </a:xfrm>
        </p:grpSpPr>
        <p:sp>
          <p:nvSpPr>
            <p:cNvPr id="35" name="Flowchart: Connector 42">
              <a:extLst>
                <a:ext uri="{FF2B5EF4-FFF2-40B4-BE49-F238E27FC236}">
                  <a16:creationId xmlns:a16="http://schemas.microsoft.com/office/drawing/2014/main" id="{3FE5E416-8BA7-D1AD-B6B8-8E168E6290B5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43">
              <a:extLst>
                <a:ext uri="{FF2B5EF4-FFF2-40B4-BE49-F238E27FC236}">
                  <a16:creationId xmlns:a16="http://schemas.microsoft.com/office/drawing/2014/main" id="{DF2E7CA4-EC67-7BF0-733E-8E91D8F2FAEC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2025</a:t>
              </a:r>
            </a:p>
          </p:txBody>
        </p:sp>
      </p:grp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220B6DED-71A8-A6D8-A998-8CC993D9EF96}"/>
              </a:ext>
            </a:extLst>
          </p:cNvPr>
          <p:cNvGrpSpPr/>
          <p:nvPr/>
        </p:nvGrpSpPr>
        <p:grpSpPr>
          <a:xfrm>
            <a:off x="11185837" y="3736484"/>
            <a:ext cx="540000" cy="468000"/>
            <a:chOff x="11226070" y="4081324"/>
            <a:chExt cx="540000" cy="468000"/>
          </a:xfrm>
        </p:grpSpPr>
        <p:sp>
          <p:nvSpPr>
            <p:cNvPr id="38" name="Flowchart: Connector 42">
              <a:extLst>
                <a:ext uri="{FF2B5EF4-FFF2-40B4-BE49-F238E27FC236}">
                  <a16:creationId xmlns:a16="http://schemas.microsoft.com/office/drawing/2014/main" id="{8505D1C7-AB9B-7269-1858-BD3D9C990524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43">
              <a:extLst>
                <a:ext uri="{FF2B5EF4-FFF2-40B4-BE49-F238E27FC236}">
                  <a16:creationId xmlns:a16="http://schemas.microsoft.com/office/drawing/2014/main" id="{9587A268-702B-19D2-8A96-7DC5A6F1FD59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2025</a:t>
              </a:r>
            </a:p>
          </p:txBody>
        </p:sp>
      </p:grp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DF1FDCA7-292F-71BC-D87F-711199E911FE}"/>
              </a:ext>
            </a:extLst>
          </p:cNvPr>
          <p:cNvGrpSpPr/>
          <p:nvPr/>
        </p:nvGrpSpPr>
        <p:grpSpPr>
          <a:xfrm>
            <a:off x="11185837" y="1917883"/>
            <a:ext cx="540000" cy="468000"/>
            <a:chOff x="11226070" y="4081324"/>
            <a:chExt cx="540000" cy="468000"/>
          </a:xfrm>
        </p:grpSpPr>
        <p:sp>
          <p:nvSpPr>
            <p:cNvPr id="41" name="Flowchart: Connector 42">
              <a:extLst>
                <a:ext uri="{FF2B5EF4-FFF2-40B4-BE49-F238E27FC236}">
                  <a16:creationId xmlns:a16="http://schemas.microsoft.com/office/drawing/2014/main" id="{20D1BAD0-6D77-6309-DEFE-EB0489DBFEBB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3">
              <a:extLst>
                <a:ext uri="{FF2B5EF4-FFF2-40B4-BE49-F238E27FC236}">
                  <a16:creationId xmlns:a16="http://schemas.microsoft.com/office/drawing/2014/main" id="{966F278A-941F-2607-876C-1BE3B5DA13F0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2025</a:t>
              </a:r>
            </a:p>
          </p:txBody>
        </p:sp>
      </p:grpSp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F785C6E9-1A69-5BF9-F956-FAC14E9B3880}"/>
              </a:ext>
            </a:extLst>
          </p:cNvPr>
          <p:cNvCxnSpPr>
            <a:cxnSpLocks/>
          </p:cNvCxnSpPr>
          <p:nvPr/>
        </p:nvCxnSpPr>
        <p:spPr>
          <a:xfrm>
            <a:off x="170328" y="782731"/>
            <a:ext cx="2133600" cy="3992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Rectangle 12">
            <a:extLst>
              <a:ext uri="{FF2B5EF4-FFF2-40B4-BE49-F238E27FC236}">
                <a16:creationId xmlns:a16="http://schemas.microsoft.com/office/drawing/2014/main" id="{79328E4F-245E-A1FE-7F59-5A1187D95CCA}"/>
              </a:ext>
            </a:extLst>
          </p:cNvPr>
          <p:cNvSpPr/>
          <p:nvPr/>
        </p:nvSpPr>
        <p:spPr>
          <a:xfrm>
            <a:off x="82193" y="939173"/>
            <a:ext cx="12010490" cy="400335"/>
          </a:xfrm>
          <a:prstGeom prst="rect">
            <a:avLst/>
          </a:prstGeom>
          <a:solidFill>
            <a:srgbClr val="0098A5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8" name="TextBox 13">
            <a:extLst>
              <a:ext uri="{FF2B5EF4-FFF2-40B4-BE49-F238E27FC236}">
                <a16:creationId xmlns:a16="http://schemas.microsoft.com/office/drawing/2014/main" id="{473114B7-5B93-3923-1E94-56021E6B138F}"/>
              </a:ext>
            </a:extLst>
          </p:cNvPr>
          <p:cNvSpPr txBox="1"/>
          <p:nvPr/>
        </p:nvSpPr>
        <p:spPr>
          <a:xfrm>
            <a:off x="1404952" y="1012799"/>
            <a:ext cx="13201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OBJECTIVES</a:t>
            </a:r>
          </a:p>
        </p:txBody>
      </p:sp>
      <p:sp>
        <p:nvSpPr>
          <p:cNvPr id="49" name="TextBox 15">
            <a:extLst>
              <a:ext uri="{FF2B5EF4-FFF2-40B4-BE49-F238E27FC236}">
                <a16:creationId xmlns:a16="http://schemas.microsoft.com/office/drawing/2014/main" id="{A653BBC1-BA1E-5292-95D9-B82A378C097A}"/>
              </a:ext>
            </a:extLst>
          </p:cNvPr>
          <p:cNvSpPr txBox="1"/>
          <p:nvPr/>
        </p:nvSpPr>
        <p:spPr>
          <a:xfrm>
            <a:off x="4208391" y="1012799"/>
            <a:ext cx="31612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ACTIONS</a:t>
            </a:r>
          </a:p>
        </p:txBody>
      </p:sp>
      <p:sp>
        <p:nvSpPr>
          <p:cNvPr id="50" name="TextBox 40">
            <a:extLst>
              <a:ext uri="{FF2B5EF4-FFF2-40B4-BE49-F238E27FC236}">
                <a16:creationId xmlns:a16="http://schemas.microsoft.com/office/drawing/2014/main" id="{DDA9D0B6-EDB1-26F3-CA4A-7594AE8EE490}"/>
              </a:ext>
            </a:extLst>
          </p:cNvPr>
          <p:cNvSpPr txBox="1"/>
          <p:nvPr/>
        </p:nvSpPr>
        <p:spPr>
          <a:xfrm>
            <a:off x="10801867" y="1012799"/>
            <a:ext cx="13079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TIME HORIZON</a:t>
            </a:r>
          </a:p>
        </p:txBody>
      </p:sp>
      <p:sp>
        <p:nvSpPr>
          <p:cNvPr id="62" name="TextBox 14">
            <a:extLst>
              <a:ext uri="{FF2B5EF4-FFF2-40B4-BE49-F238E27FC236}">
                <a16:creationId xmlns:a16="http://schemas.microsoft.com/office/drawing/2014/main" id="{33EC7197-18D6-1BA9-9A49-E9B1AB8B4B7E}"/>
              </a:ext>
            </a:extLst>
          </p:cNvPr>
          <p:cNvSpPr txBox="1"/>
          <p:nvPr/>
        </p:nvSpPr>
        <p:spPr>
          <a:xfrm>
            <a:off x="8868346" y="1012799"/>
            <a:ext cx="13079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TARGET</a:t>
            </a:r>
          </a:p>
        </p:txBody>
      </p:sp>
      <p:sp>
        <p:nvSpPr>
          <p:cNvPr id="4" name="TextBox 34">
            <a:extLst>
              <a:ext uri="{FF2B5EF4-FFF2-40B4-BE49-F238E27FC236}">
                <a16:creationId xmlns:a16="http://schemas.microsoft.com/office/drawing/2014/main" id="{A0E0B420-C327-37AD-1C78-DC94DF56A83A}"/>
              </a:ext>
            </a:extLst>
          </p:cNvPr>
          <p:cNvSpPr txBox="1"/>
          <p:nvPr/>
        </p:nvSpPr>
        <p:spPr>
          <a:xfrm>
            <a:off x="913018" y="2972543"/>
            <a:ext cx="2304000" cy="529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r>
              <a:rPr lang="en-US" sz="1200" b="1">
                <a:solidFill>
                  <a:schemeClr val="accent2">
                    <a:lumMod val="50000"/>
                  </a:schemeClr>
                </a:solidFill>
              </a:rPr>
              <a:t>People development</a:t>
            </a:r>
            <a:endParaRPr lang="it-IT" sz="12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Rectangle 37">
            <a:extLst>
              <a:ext uri="{FF2B5EF4-FFF2-40B4-BE49-F238E27FC236}">
                <a16:creationId xmlns:a16="http://schemas.microsoft.com/office/drawing/2014/main" id="{896A0854-085B-CE70-8A78-5BBEA4241F0D}"/>
              </a:ext>
            </a:extLst>
          </p:cNvPr>
          <p:cNvSpPr/>
          <p:nvPr/>
        </p:nvSpPr>
        <p:spPr>
          <a:xfrm>
            <a:off x="3386399" y="2972543"/>
            <a:ext cx="4797053" cy="529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Establish a structured training model geared toward continuing education and the development of new skills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08718B50-E494-2D6C-1EA1-908B8131E153}"/>
              </a:ext>
            </a:extLst>
          </p:cNvPr>
          <p:cNvSpPr/>
          <p:nvPr/>
        </p:nvSpPr>
        <p:spPr>
          <a:xfrm>
            <a:off x="8352833" y="2972543"/>
            <a:ext cx="2304000" cy="529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914400">
              <a:defRPr/>
            </a:pPr>
            <a:r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Definition of n. of training hours allocated to skill development</a:t>
            </a:r>
            <a:endParaRPr lang="it-IT" sz="1200">
              <a:solidFill>
                <a:schemeClr val="tx1"/>
              </a:solidFill>
            </a:endParaRP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26BCDA36-E620-6CBC-CC13-A6E4EF631EA6}"/>
              </a:ext>
            </a:extLst>
          </p:cNvPr>
          <p:cNvGrpSpPr/>
          <p:nvPr/>
        </p:nvGrpSpPr>
        <p:grpSpPr>
          <a:xfrm>
            <a:off x="11185837" y="2956152"/>
            <a:ext cx="540000" cy="468000"/>
            <a:chOff x="11226070" y="4081324"/>
            <a:chExt cx="540000" cy="468000"/>
          </a:xfrm>
        </p:grpSpPr>
        <p:sp>
          <p:nvSpPr>
            <p:cNvPr id="14" name="Flowchart: Connector 42">
              <a:extLst>
                <a:ext uri="{FF2B5EF4-FFF2-40B4-BE49-F238E27FC236}">
                  <a16:creationId xmlns:a16="http://schemas.microsoft.com/office/drawing/2014/main" id="{007F60A0-040C-BFF0-3620-FF52BEBC9899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43">
              <a:extLst>
                <a:ext uri="{FF2B5EF4-FFF2-40B4-BE49-F238E27FC236}">
                  <a16:creationId xmlns:a16="http://schemas.microsoft.com/office/drawing/2014/main" id="{4403DB25-8B72-CD7F-8269-9C7A9831D644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3307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69036-D8F5-461A-E0D3-AAC275715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C0A84EE6-4B08-1CD2-D5F9-C41D5238E0A0}"/>
              </a:ext>
            </a:extLst>
          </p:cNvPr>
          <p:cNvSpPr txBox="1">
            <a:spLocks/>
          </p:cNvSpPr>
          <p:nvPr/>
        </p:nvSpPr>
        <p:spPr>
          <a:xfrm>
            <a:off x="241540" y="97706"/>
            <a:ext cx="5594483" cy="695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b="1">
                <a:solidFill>
                  <a:srgbClr val="21B8C6"/>
                </a:solidFill>
              </a:rPr>
              <a:t>Sustainability Plan details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EEF4D300-7562-1504-65AC-5A96245629BF}"/>
              </a:ext>
            </a:extLst>
          </p:cNvPr>
          <p:cNvCxnSpPr>
            <a:cxnSpLocks/>
          </p:cNvCxnSpPr>
          <p:nvPr/>
        </p:nvCxnSpPr>
        <p:spPr>
          <a:xfrm>
            <a:off x="170328" y="782731"/>
            <a:ext cx="2133600" cy="3992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012B296-4350-1EFF-5F23-B91364B6D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149-7DE5-45BF-BC84-73B9E7ABF444}" type="slidenum">
              <a:rPr lang="it-IT" smtClean="0"/>
              <a:t>11</a:t>
            </a:fld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F308FF5-5BB8-BE87-F9F2-9E270AC58B7B}"/>
              </a:ext>
            </a:extLst>
          </p:cNvPr>
          <p:cNvSpPr/>
          <p:nvPr/>
        </p:nvSpPr>
        <p:spPr>
          <a:xfrm>
            <a:off x="8705257" y="338328"/>
            <a:ext cx="3241782" cy="2462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>
                <a:solidFill>
                  <a:srgbClr val="002060"/>
                </a:solidFill>
              </a:rPr>
              <a:t>FOR DISCUSSION</a:t>
            </a: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0547F3AC-6FFE-C903-F306-4DC0AE587638}"/>
              </a:ext>
            </a:extLst>
          </p:cNvPr>
          <p:cNvSpPr/>
          <p:nvPr/>
        </p:nvSpPr>
        <p:spPr>
          <a:xfrm>
            <a:off x="82193" y="939173"/>
            <a:ext cx="12010490" cy="400335"/>
          </a:xfrm>
          <a:prstGeom prst="rect">
            <a:avLst/>
          </a:prstGeom>
          <a:solidFill>
            <a:srgbClr val="0098A5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7776A272-1F13-5B06-CF55-D33AA8EE9DF0}"/>
              </a:ext>
            </a:extLst>
          </p:cNvPr>
          <p:cNvSpPr txBox="1"/>
          <p:nvPr/>
        </p:nvSpPr>
        <p:spPr>
          <a:xfrm>
            <a:off x="1404952" y="1012799"/>
            <a:ext cx="13201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OBJECTIVES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61CA4A-33D1-5F8C-F7CA-B8D395ABBF90}"/>
              </a:ext>
            </a:extLst>
          </p:cNvPr>
          <p:cNvSpPr txBox="1"/>
          <p:nvPr/>
        </p:nvSpPr>
        <p:spPr>
          <a:xfrm>
            <a:off x="4208391" y="1012799"/>
            <a:ext cx="31612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ACTIONS</a:t>
            </a:r>
          </a:p>
        </p:txBody>
      </p:sp>
      <p:sp>
        <p:nvSpPr>
          <p:cNvPr id="20" name="TextBox 40">
            <a:extLst>
              <a:ext uri="{FF2B5EF4-FFF2-40B4-BE49-F238E27FC236}">
                <a16:creationId xmlns:a16="http://schemas.microsoft.com/office/drawing/2014/main" id="{6B70EB40-EF4C-E9E1-0198-3D0EAC1682DF}"/>
              </a:ext>
            </a:extLst>
          </p:cNvPr>
          <p:cNvSpPr txBox="1"/>
          <p:nvPr/>
        </p:nvSpPr>
        <p:spPr>
          <a:xfrm>
            <a:off x="10801867" y="1012799"/>
            <a:ext cx="13079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TIME HORIZON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AF091FCF-90DE-4FFF-5A16-A64ADDD82F31}"/>
              </a:ext>
            </a:extLst>
          </p:cNvPr>
          <p:cNvSpPr txBox="1"/>
          <p:nvPr/>
        </p:nvSpPr>
        <p:spPr>
          <a:xfrm>
            <a:off x="8868346" y="1012799"/>
            <a:ext cx="13079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TARGET</a:t>
            </a:r>
          </a:p>
        </p:txBody>
      </p:sp>
      <p:sp>
        <p:nvSpPr>
          <p:cNvPr id="59" name="Rectangle 37">
            <a:extLst>
              <a:ext uri="{FF2B5EF4-FFF2-40B4-BE49-F238E27FC236}">
                <a16:creationId xmlns:a16="http://schemas.microsoft.com/office/drawing/2014/main" id="{F0886AA1-9B23-B970-B9F5-8ED8188D2314}"/>
              </a:ext>
            </a:extLst>
          </p:cNvPr>
          <p:cNvSpPr/>
          <p:nvPr/>
        </p:nvSpPr>
        <p:spPr>
          <a:xfrm>
            <a:off x="3386399" y="1498981"/>
            <a:ext cx="4797053" cy="7231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Keeping safety requirements at work sites up to date</a:t>
            </a:r>
          </a:p>
        </p:txBody>
      </p:sp>
      <p:sp>
        <p:nvSpPr>
          <p:cNvPr id="60" name="Rectangle 6">
            <a:extLst>
              <a:ext uri="{FF2B5EF4-FFF2-40B4-BE49-F238E27FC236}">
                <a16:creationId xmlns:a16="http://schemas.microsoft.com/office/drawing/2014/main" id="{A58FEA1F-59A5-3075-E6C1-DDECCB40EBB2}"/>
              </a:ext>
            </a:extLst>
          </p:cNvPr>
          <p:cNvSpPr/>
          <p:nvPr/>
        </p:nvSpPr>
        <p:spPr>
          <a:xfrm>
            <a:off x="8374388" y="1499700"/>
            <a:ext cx="2304000" cy="7222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914400">
              <a:defRPr/>
            </a:pPr>
            <a:r>
              <a:rPr lang="en-US" sz="1200">
                <a:solidFill>
                  <a:schemeClr val="tx1"/>
                </a:solidFill>
              </a:rPr>
              <a:t>Maintain accident frequency index &lt; 1</a:t>
            </a:r>
            <a:endParaRPr lang="it-IT" sz="1200">
              <a:solidFill>
                <a:schemeClr val="tx1"/>
              </a:solidFill>
            </a:endParaRPr>
          </a:p>
        </p:txBody>
      </p:sp>
      <p:sp>
        <p:nvSpPr>
          <p:cNvPr id="61" name="TextBox 34">
            <a:extLst>
              <a:ext uri="{FF2B5EF4-FFF2-40B4-BE49-F238E27FC236}">
                <a16:creationId xmlns:a16="http://schemas.microsoft.com/office/drawing/2014/main" id="{4E3D7526-5C94-D1E0-3D6E-9199DC03BD1D}"/>
              </a:ext>
            </a:extLst>
          </p:cNvPr>
          <p:cNvSpPr txBox="1"/>
          <p:nvPr/>
        </p:nvSpPr>
        <p:spPr>
          <a:xfrm>
            <a:off x="903679" y="1497251"/>
            <a:ext cx="2304000" cy="205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r>
              <a:rPr lang="en-US" sz="1200" b="1">
                <a:solidFill>
                  <a:schemeClr val="accent2">
                    <a:lumMod val="50000"/>
                  </a:schemeClr>
                </a:solidFill>
              </a:rPr>
              <a:t>Promoting the health, safety and well-being of employees</a:t>
            </a:r>
            <a:endParaRPr lang="it-IT" sz="12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TextBox 32">
            <a:extLst>
              <a:ext uri="{FF2B5EF4-FFF2-40B4-BE49-F238E27FC236}">
                <a16:creationId xmlns:a16="http://schemas.microsoft.com/office/drawing/2014/main" id="{B0B49EFB-FFBD-D4D5-0569-7D122EE4276A}"/>
              </a:ext>
            </a:extLst>
          </p:cNvPr>
          <p:cNvSpPr txBox="1"/>
          <p:nvPr/>
        </p:nvSpPr>
        <p:spPr>
          <a:xfrm>
            <a:off x="3386399" y="2324648"/>
            <a:ext cx="4797053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/>
              <a:t>Drafting a policy on Health and Safety of workers</a:t>
            </a:r>
            <a:endParaRPr kumimoji="0" lang="it-IT" sz="1200" i="1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TextBox 36">
            <a:extLst>
              <a:ext uri="{FF2B5EF4-FFF2-40B4-BE49-F238E27FC236}">
                <a16:creationId xmlns:a16="http://schemas.microsoft.com/office/drawing/2014/main" id="{D4A45BCC-563A-76AA-E0BB-1830BECBE649}"/>
              </a:ext>
            </a:extLst>
          </p:cNvPr>
          <p:cNvSpPr txBox="1"/>
          <p:nvPr/>
        </p:nvSpPr>
        <p:spPr>
          <a:xfrm>
            <a:off x="8374388" y="2324648"/>
            <a:ext cx="2304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12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Policy </a:t>
            </a:r>
            <a:r>
              <a:rPr kumimoji="0" lang="it-IT" sz="120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drafting</a:t>
            </a:r>
            <a:endParaRPr kumimoji="0" lang="it-IT" sz="120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B363C9D-3FCB-1F09-AC38-8506AF8E1586}"/>
              </a:ext>
            </a:extLst>
          </p:cNvPr>
          <p:cNvSpPr/>
          <p:nvPr/>
        </p:nvSpPr>
        <p:spPr>
          <a:xfrm rot="16200000">
            <a:off x="-1623764" y="3270238"/>
            <a:ext cx="4190512" cy="64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r>
              <a:rPr lang="it-IT" sz="1100" b="1">
                <a:solidFill>
                  <a:schemeClr val="accent2">
                    <a:lumMod val="50000"/>
                  </a:schemeClr>
                </a:solidFill>
              </a:rPr>
              <a:t>CENTRALITY OF THE PERSON</a:t>
            </a:r>
          </a:p>
        </p:txBody>
      </p:sp>
      <p:sp>
        <p:nvSpPr>
          <p:cNvPr id="11" name="TextBox 34">
            <a:extLst>
              <a:ext uri="{FF2B5EF4-FFF2-40B4-BE49-F238E27FC236}">
                <a16:creationId xmlns:a16="http://schemas.microsoft.com/office/drawing/2014/main" id="{57960830-3BA4-F40B-43A2-CBCD710FCE4C}"/>
              </a:ext>
            </a:extLst>
          </p:cNvPr>
          <p:cNvSpPr txBox="1"/>
          <p:nvPr/>
        </p:nvSpPr>
        <p:spPr>
          <a:xfrm>
            <a:off x="903679" y="3803578"/>
            <a:ext cx="2304000" cy="104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r>
              <a:rPr lang="en-US" sz="1200" b="1">
                <a:solidFill>
                  <a:schemeClr val="accent2">
                    <a:lumMod val="50000"/>
                  </a:schemeClr>
                </a:solidFill>
              </a:rPr>
              <a:t>Fostering pathways for the growth of internal resources</a:t>
            </a:r>
            <a:endParaRPr lang="it-IT" sz="12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:a16="http://schemas.microsoft.com/office/drawing/2014/main" id="{9014FD10-B439-9CE1-0BB9-213EB23F3066}"/>
              </a:ext>
            </a:extLst>
          </p:cNvPr>
          <p:cNvSpPr txBox="1"/>
          <p:nvPr/>
        </p:nvSpPr>
        <p:spPr>
          <a:xfrm>
            <a:off x="8374388" y="2894028"/>
            <a:ext cx="2304000" cy="6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Increasing employee welfare through the activation of new welfare services</a:t>
            </a:r>
            <a:endParaRPr kumimoji="0" lang="it-IT" sz="120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9" name="TextBox 32">
            <a:extLst>
              <a:ext uri="{FF2B5EF4-FFF2-40B4-BE49-F238E27FC236}">
                <a16:creationId xmlns:a16="http://schemas.microsoft.com/office/drawing/2014/main" id="{053F7C76-EFB1-FF4C-D0CC-81DC6AD2DB8F}"/>
              </a:ext>
            </a:extLst>
          </p:cNvPr>
          <p:cNvSpPr txBox="1"/>
          <p:nvPr/>
        </p:nvSpPr>
        <p:spPr>
          <a:xfrm>
            <a:off x="3386399" y="2894028"/>
            <a:ext cx="4797053" cy="6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/>
              <a:t>Strengthening corporate welfare services</a:t>
            </a:r>
            <a:endParaRPr kumimoji="0" lang="it-IT" sz="1200" i="1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TextBox 32">
            <a:extLst>
              <a:ext uri="{FF2B5EF4-FFF2-40B4-BE49-F238E27FC236}">
                <a16:creationId xmlns:a16="http://schemas.microsoft.com/office/drawing/2014/main" id="{2659595F-498E-ED26-6DBC-5E07DA961E35}"/>
              </a:ext>
            </a:extLst>
          </p:cNvPr>
          <p:cNvSpPr txBox="1"/>
          <p:nvPr/>
        </p:nvSpPr>
        <p:spPr>
          <a:xfrm>
            <a:off x="3386399" y="3803579"/>
            <a:ext cx="4797053" cy="5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/>
              <a:t>Evolving resource assessment processes through ad hoc platform</a:t>
            </a:r>
            <a:endParaRPr kumimoji="0" lang="it-IT" sz="1200" i="1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5" name="TextBox 32">
            <a:extLst>
              <a:ext uri="{FF2B5EF4-FFF2-40B4-BE49-F238E27FC236}">
                <a16:creationId xmlns:a16="http://schemas.microsoft.com/office/drawing/2014/main" id="{F59127A6-E5B3-1E76-BB85-A20E1E745A0E}"/>
              </a:ext>
            </a:extLst>
          </p:cNvPr>
          <p:cNvSpPr txBox="1"/>
          <p:nvPr/>
        </p:nvSpPr>
        <p:spPr>
          <a:xfrm>
            <a:off x="3386399" y="4375660"/>
            <a:ext cx="4797053" cy="5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/>
              <a:t>Collecting employee feedback and assessing employee satisfaction with dedicated surveys</a:t>
            </a:r>
            <a:endParaRPr kumimoji="0" lang="it-IT" sz="1200" i="1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BF980ABA-1A80-D900-2EE7-821E43CC4714}"/>
              </a:ext>
            </a:extLst>
          </p:cNvPr>
          <p:cNvGrpSpPr/>
          <p:nvPr/>
        </p:nvGrpSpPr>
        <p:grpSpPr>
          <a:xfrm>
            <a:off x="11185837" y="3803578"/>
            <a:ext cx="540000" cy="468000"/>
            <a:chOff x="11226070" y="4081324"/>
            <a:chExt cx="540000" cy="468000"/>
          </a:xfrm>
        </p:grpSpPr>
        <p:sp>
          <p:nvSpPr>
            <p:cNvPr id="31" name="Flowchart: Connector 42">
              <a:extLst>
                <a:ext uri="{FF2B5EF4-FFF2-40B4-BE49-F238E27FC236}">
                  <a16:creationId xmlns:a16="http://schemas.microsoft.com/office/drawing/2014/main" id="{06491C66-43FA-A702-C3F9-5D60E295583C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43">
              <a:extLst>
                <a:ext uri="{FF2B5EF4-FFF2-40B4-BE49-F238E27FC236}">
                  <a16:creationId xmlns:a16="http://schemas.microsoft.com/office/drawing/2014/main" id="{5A4A0E55-FDE0-51C2-A1B5-B7CD46CF8481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2025</a:t>
              </a:r>
            </a:p>
          </p:txBody>
        </p:sp>
      </p:grp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916CF3AB-E8B5-7500-838E-35D6452CA8D7}"/>
              </a:ext>
            </a:extLst>
          </p:cNvPr>
          <p:cNvGrpSpPr/>
          <p:nvPr/>
        </p:nvGrpSpPr>
        <p:grpSpPr>
          <a:xfrm>
            <a:off x="11185837" y="3024288"/>
            <a:ext cx="540000" cy="468000"/>
            <a:chOff x="11226070" y="4081324"/>
            <a:chExt cx="540000" cy="468000"/>
          </a:xfrm>
        </p:grpSpPr>
        <p:sp>
          <p:nvSpPr>
            <p:cNvPr id="35" name="Flowchart: Connector 42">
              <a:extLst>
                <a:ext uri="{FF2B5EF4-FFF2-40B4-BE49-F238E27FC236}">
                  <a16:creationId xmlns:a16="http://schemas.microsoft.com/office/drawing/2014/main" id="{3FE5E416-8BA7-D1AD-B6B8-8E168E6290B5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43">
              <a:extLst>
                <a:ext uri="{FF2B5EF4-FFF2-40B4-BE49-F238E27FC236}">
                  <a16:creationId xmlns:a16="http://schemas.microsoft.com/office/drawing/2014/main" id="{DF2E7CA4-EC67-7BF0-733E-8E91D8F2FAEC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2025</a:t>
              </a:r>
            </a:p>
          </p:txBody>
        </p:sp>
      </p:grp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220B6DED-71A8-A6D8-A998-8CC993D9EF96}"/>
              </a:ext>
            </a:extLst>
          </p:cNvPr>
          <p:cNvGrpSpPr/>
          <p:nvPr/>
        </p:nvGrpSpPr>
        <p:grpSpPr>
          <a:xfrm>
            <a:off x="11185837" y="2291321"/>
            <a:ext cx="540000" cy="468000"/>
            <a:chOff x="11226070" y="4081324"/>
            <a:chExt cx="540000" cy="468000"/>
          </a:xfrm>
        </p:grpSpPr>
        <p:sp>
          <p:nvSpPr>
            <p:cNvPr id="38" name="Flowchart: Connector 42">
              <a:extLst>
                <a:ext uri="{FF2B5EF4-FFF2-40B4-BE49-F238E27FC236}">
                  <a16:creationId xmlns:a16="http://schemas.microsoft.com/office/drawing/2014/main" id="{8505D1C7-AB9B-7269-1858-BD3D9C990524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43">
              <a:extLst>
                <a:ext uri="{FF2B5EF4-FFF2-40B4-BE49-F238E27FC236}">
                  <a16:creationId xmlns:a16="http://schemas.microsoft.com/office/drawing/2014/main" id="{9587A268-702B-19D2-8A96-7DC5A6F1FD59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2025</a:t>
              </a:r>
            </a:p>
          </p:txBody>
        </p:sp>
      </p:grp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DF1FDCA7-292F-71BC-D87F-711199E911FE}"/>
              </a:ext>
            </a:extLst>
          </p:cNvPr>
          <p:cNvGrpSpPr/>
          <p:nvPr/>
        </p:nvGrpSpPr>
        <p:grpSpPr>
          <a:xfrm>
            <a:off x="11185837" y="1626840"/>
            <a:ext cx="540000" cy="468000"/>
            <a:chOff x="11226070" y="4081324"/>
            <a:chExt cx="540000" cy="468000"/>
          </a:xfrm>
        </p:grpSpPr>
        <p:sp>
          <p:nvSpPr>
            <p:cNvPr id="41" name="Flowchart: Connector 42">
              <a:extLst>
                <a:ext uri="{FF2B5EF4-FFF2-40B4-BE49-F238E27FC236}">
                  <a16:creationId xmlns:a16="http://schemas.microsoft.com/office/drawing/2014/main" id="{20D1BAD0-6D77-6309-DEFE-EB0489DBFEBB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3">
              <a:extLst>
                <a:ext uri="{FF2B5EF4-FFF2-40B4-BE49-F238E27FC236}">
                  <a16:creationId xmlns:a16="http://schemas.microsoft.com/office/drawing/2014/main" id="{966F278A-941F-2607-876C-1BE3B5DA13F0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2025</a:t>
              </a:r>
            </a:p>
          </p:txBody>
        </p:sp>
      </p:grpSp>
      <p:grpSp>
        <p:nvGrpSpPr>
          <p:cNvPr id="43" name="Gruppo 42">
            <a:extLst>
              <a:ext uri="{FF2B5EF4-FFF2-40B4-BE49-F238E27FC236}">
                <a16:creationId xmlns:a16="http://schemas.microsoft.com/office/drawing/2014/main" id="{E8A2A971-32C8-DB2E-6BFE-9206BD77AEFD}"/>
              </a:ext>
            </a:extLst>
          </p:cNvPr>
          <p:cNvGrpSpPr/>
          <p:nvPr/>
        </p:nvGrpSpPr>
        <p:grpSpPr>
          <a:xfrm>
            <a:off x="11185837" y="4375660"/>
            <a:ext cx="540000" cy="468000"/>
            <a:chOff x="11226070" y="4081324"/>
            <a:chExt cx="540000" cy="468000"/>
          </a:xfrm>
        </p:grpSpPr>
        <p:sp>
          <p:nvSpPr>
            <p:cNvPr id="44" name="Flowchart: Connector 42">
              <a:extLst>
                <a:ext uri="{FF2B5EF4-FFF2-40B4-BE49-F238E27FC236}">
                  <a16:creationId xmlns:a16="http://schemas.microsoft.com/office/drawing/2014/main" id="{17F4F737-0D6D-83B9-6104-8DA553C66072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3">
              <a:extLst>
                <a:ext uri="{FF2B5EF4-FFF2-40B4-BE49-F238E27FC236}">
                  <a16:creationId xmlns:a16="http://schemas.microsoft.com/office/drawing/2014/main" id="{C2075A7F-A2B1-AD89-C647-910244AE9A44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2025</a:t>
              </a:r>
            </a:p>
          </p:txBody>
        </p:sp>
      </p:grpSp>
      <p:sp>
        <p:nvSpPr>
          <p:cNvPr id="4" name="TextBox 32">
            <a:extLst>
              <a:ext uri="{FF2B5EF4-FFF2-40B4-BE49-F238E27FC236}">
                <a16:creationId xmlns:a16="http://schemas.microsoft.com/office/drawing/2014/main" id="{0745DC84-4469-F5CA-AE88-36ECA3CABCB4}"/>
              </a:ext>
            </a:extLst>
          </p:cNvPr>
          <p:cNvSpPr txBox="1"/>
          <p:nvPr/>
        </p:nvSpPr>
        <p:spPr>
          <a:xfrm>
            <a:off x="8374388" y="3803579"/>
            <a:ext cx="2304000" cy="5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/>
              <a:t>Implement the platform</a:t>
            </a:r>
            <a:endParaRPr kumimoji="0" lang="it-IT" sz="1200" i="1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TextBox 32">
            <a:extLst>
              <a:ext uri="{FF2B5EF4-FFF2-40B4-BE49-F238E27FC236}">
                <a16:creationId xmlns:a16="http://schemas.microsoft.com/office/drawing/2014/main" id="{5EB0B0E4-DEBE-4E8B-3005-791EE5B2AEBC}"/>
              </a:ext>
            </a:extLst>
          </p:cNvPr>
          <p:cNvSpPr txBox="1"/>
          <p:nvPr/>
        </p:nvSpPr>
        <p:spPr>
          <a:xfrm>
            <a:off x="8374388" y="4387529"/>
            <a:ext cx="230400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/>
              <a:t>Definition of dedicated periodically surveys</a:t>
            </a:r>
            <a:endParaRPr kumimoji="0" lang="it-IT" sz="1200" i="1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" name="Rectangle 37">
            <a:extLst>
              <a:ext uri="{FF2B5EF4-FFF2-40B4-BE49-F238E27FC236}">
                <a16:creationId xmlns:a16="http://schemas.microsoft.com/office/drawing/2014/main" id="{6C9DB538-87A7-7D71-61C4-1B8537ACF8ED}"/>
              </a:ext>
            </a:extLst>
          </p:cNvPr>
          <p:cNvSpPr/>
          <p:nvPr/>
        </p:nvSpPr>
        <p:spPr>
          <a:xfrm>
            <a:off x="3371100" y="5083728"/>
            <a:ext cx="4797053" cy="5666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Require ISO 45001 certifications for occupational safety and health management from key suppliers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520E5A50-E236-2735-4E7C-0FC4015E7234}"/>
              </a:ext>
            </a:extLst>
          </p:cNvPr>
          <p:cNvSpPr/>
          <p:nvPr/>
        </p:nvSpPr>
        <p:spPr>
          <a:xfrm>
            <a:off x="8370316" y="5083728"/>
            <a:ext cx="2304000" cy="5666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914400"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100% of key suppliers certified to ISO 45001</a:t>
            </a:r>
            <a:endParaRPr lang="it-IT" sz="1200" dirty="0">
              <a:solidFill>
                <a:schemeClr val="tx1"/>
              </a:solidFill>
            </a:endParaRPr>
          </a:p>
        </p:txBody>
      </p:sp>
      <p:sp>
        <p:nvSpPr>
          <p:cNvPr id="17" name="TextBox 34">
            <a:extLst>
              <a:ext uri="{FF2B5EF4-FFF2-40B4-BE49-F238E27FC236}">
                <a16:creationId xmlns:a16="http://schemas.microsoft.com/office/drawing/2014/main" id="{3D9A71D7-E7A8-14C1-558D-457E6C61E5B3}"/>
              </a:ext>
            </a:extLst>
          </p:cNvPr>
          <p:cNvSpPr txBox="1"/>
          <p:nvPr/>
        </p:nvSpPr>
        <p:spPr>
          <a:xfrm>
            <a:off x="927000" y="5043163"/>
            <a:ext cx="2304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Reduce occupational accidents and illnesses in the value chain</a:t>
            </a:r>
            <a:endParaRPr lang="it-IT" sz="1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0433C15B-28CE-D016-0620-4895D526F4DB}"/>
              </a:ext>
            </a:extLst>
          </p:cNvPr>
          <p:cNvGrpSpPr/>
          <p:nvPr/>
        </p:nvGrpSpPr>
        <p:grpSpPr>
          <a:xfrm>
            <a:off x="11185837" y="5120304"/>
            <a:ext cx="540000" cy="468000"/>
            <a:chOff x="11226070" y="4081324"/>
            <a:chExt cx="540000" cy="468000"/>
          </a:xfrm>
        </p:grpSpPr>
        <p:sp>
          <p:nvSpPr>
            <p:cNvPr id="23" name="Flowchart: Connector 42">
              <a:extLst>
                <a:ext uri="{FF2B5EF4-FFF2-40B4-BE49-F238E27FC236}">
                  <a16:creationId xmlns:a16="http://schemas.microsoft.com/office/drawing/2014/main" id="{3D71DEFD-00FC-DB69-D32F-E283BF841942}"/>
                </a:ext>
              </a:extLst>
            </p:cNvPr>
            <p:cNvSpPr/>
            <p:nvPr/>
          </p:nvSpPr>
          <p:spPr>
            <a:xfrm>
              <a:off x="11237886" y="4081324"/>
              <a:ext cx="493077" cy="468000"/>
            </a:xfrm>
            <a:prstGeom prst="flowChartConnector">
              <a:avLst/>
            </a:prstGeom>
            <a:solidFill>
              <a:srgbClr val="0098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43">
              <a:extLst>
                <a:ext uri="{FF2B5EF4-FFF2-40B4-BE49-F238E27FC236}">
                  <a16:creationId xmlns:a16="http://schemas.microsoft.com/office/drawing/2014/main" id="{44F64844-DED9-D8F0-ACD5-96C2800C6937}"/>
                </a:ext>
              </a:extLst>
            </p:cNvPr>
            <p:cNvSpPr txBox="1"/>
            <p:nvPr/>
          </p:nvSpPr>
          <p:spPr>
            <a:xfrm>
              <a:off x="11226070" y="4179799"/>
              <a:ext cx="540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it-IT" sz="12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99675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5060&quot;&gt;&lt;version val=&quot;28246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8&quot;&gt;&lt;elem m_fUsage=&quot;2.05867844010000045074E+00&quot;&gt;&lt;m_msothmcolidx val=&quot;0&quot;/&gt;&lt;m_rgb r=&quot;D5&quot; g=&quot;EB&quot; b=&quot;E7&quot;/&gt;&lt;m_nBrightness endver=&quot;26206&quot; val=&quot;0&quot;/&gt;&lt;/elem&gt;&lt;elem m_fUsage=&quot;1.60022790000000014743E+00&quot;&gt;&lt;m_msothmcolidx val=&quot;0&quot;/&gt;&lt;m_rgb r=&quot;DE&quot; g=&quot;F0&quot; b=&quot;FA&quot;/&gt;&lt;m_nBrightness endver=&quot;26206&quot; val=&quot;0&quot;/&gt;&lt;/elem&gt;&lt;elem m_fUsage=&quot;1.01142953648100020203E+00&quot;&gt;&lt;m_msothmcolidx val=&quot;0&quot;/&gt;&lt;m_rgb r=&quot;FD&quot; g=&quot;C2&quot; b=&quot;97&quot;/&gt;&lt;m_nBrightness endver=&quot;26206&quot; val=&quot;0&quot;/&gt;&lt;/elem&gt;&lt;elem m_fUsage=&quot;1.00000000000000000000E+00&quot;&gt;&lt;m_msothmcolidx val=&quot;0&quot;/&gt;&lt;m_rgb r=&quot;5B&quot; g=&quot;AF&quot; b=&quot;A2&quot;/&gt;&lt;m_nBrightness endver=&quot;26206&quot; val=&quot;0&quot;/&gt;&lt;/elem&gt;&lt;elem m_fUsage=&quot;6.56100000000000127542E-01&quot;&gt;&lt;m_msothmcolidx val=&quot;0&quot;/&gt;&lt;m_rgb r=&quot;FF&quot; g=&quot;E1&quot; b=&quot;CC&quot;/&gt;&lt;m_nBrightness endver=&quot;26206&quot; val=&quot;0&quot;/&gt;&lt;/elem&gt;&lt;elem m_fUsage=&quot;4.30467210000000155556E-01&quot;&gt;&lt;m_msothmcolidx val=&quot;0&quot;/&gt;&lt;m_rgb r=&quot;FE&quot; g=&quot;D8&quot; b=&quot;BC&quot;/&gt;&lt;m_nBrightness endver=&quot;26206&quot; val=&quot;0&quot;/&gt;&lt;/elem&gt;&lt;elem m_fUsage=&quot;3.87420489000000145552E-01&quot;&gt;&lt;m_msothmcolidx val=&quot;0&quot;/&gt;&lt;m_rgb r=&quot;BD&quot; g=&quot;E1&quot; b=&quot;F5&quot;/&gt;&lt;m_nBrightness endver=&quot;26206&quot; val=&quot;0&quot;/&gt;&lt;/elem&gt;&lt;elem m_fUsage=&quot;3.13810596090000171188E-01&quot;&gt;&lt;m_msothmcolidx val=&quot;0&quot;/&gt;&lt;m_rgb r=&quot;85&quot; g=&quot;CA&quot; b=&quot;3A&quot;/&gt;&lt;m_nBrightness endver=&quot;26206&quot; val=&quot;0&quot;/&gt;&lt;/elem&gt;&lt;/m_vecMRU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HL5DsjShWVuDjjApp9s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NYU41paiNwsMw2fd5rtP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sjQJnRG1qCYuy_pSmRh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sjQJnRG1qCYuy_pSmRh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qMRomVQs7HeTwcJaHhXCA"/>
</p:tagLst>
</file>

<file path=ppt/theme/theme1.xml><?xml version="1.0" encoding="utf-8"?>
<a:theme xmlns:a="http://schemas.openxmlformats.org/drawingml/2006/main" name="W3_Visual Template">
  <a:themeElements>
    <a:clrScheme name="W3 Colors - 2020">
      <a:dk1>
        <a:srgbClr val="000000"/>
      </a:dk1>
      <a:lt1>
        <a:srgbClr val="FFFFFF"/>
      </a:lt1>
      <a:dk2>
        <a:srgbClr val="97999B"/>
      </a:dk2>
      <a:lt2>
        <a:srgbClr val="DCDEE0"/>
      </a:lt2>
      <a:accent1>
        <a:srgbClr val="5BB4E5"/>
      </a:accent1>
      <a:accent2>
        <a:srgbClr val="6E8FC9"/>
      </a:accent2>
      <a:accent3>
        <a:srgbClr val="FF6A00"/>
      </a:accent3>
      <a:accent4>
        <a:srgbClr val="009900"/>
      </a:accent4>
      <a:accent5>
        <a:srgbClr val="97CCC4"/>
      </a:accent5>
      <a:accent6>
        <a:srgbClr val="B483AE"/>
      </a:accent6>
      <a:hlink>
        <a:srgbClr val="0070C0"/>
      </a:hlink>
      <a:folHlink>
        <a:srgbClr val="C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bg2">
              <a:lumMod val="75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 defTabSz="914400">
          <a:defRPr sz="2000" b="1" dirty="0">
            <a:solidFill>
              <a:schemeClr val="tx1"/>
            </a:solidFill>
          </a:defRPr>
        </a:defPPr>
      </a:lstStyle>
      <a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W3_Visual Template.potx" id="{9DF00DA7-A2BF-4F66-B77B-E755E9FC2F72}" vid="{CF00BC46-E84C-49C7-8D8D-CB641C9ED8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6743b1a8-3716-42dc-be85-0de90f43322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81C20880317454DA3358A4536D43532" ma:contentTypeVersion="15" ma:contentTypeDescription="Creare un nuovo documento." ma:contentTypeScope="" ma:versionID="df2b66bb7ff0ea328bf195c5c7924a4c">
  <xsd:schema xmlns:xsd="http://www.w3.org/2001/XMLSchema" xmlns:xs="http://www.w3.org/2001/XMLSchema" xmlns:p="http://schemas.microsoft.com/office/2006/metadata/properties" xmlns:ns1="http://schemas.microsoft.com/sharepoint/v3" xmlns:ns2="6743b1a8-3716-42dc-be85-0de90f43322d" xmlns:ns3="de1477e4-b918-493d-9608-8622830fc6db" targetNamespace="http://schemas.microsoft.com/office/2006/metadata/properties" ma:root="true" ma:fieldsID="92cf3aba1489a0947c6a53436a195826" ns1:_="" ns2:_="" ns3:_="">
    <xsd:import namespace="http://schemas.microsoft.com/sharepoint/v3"/>
    <xsd:import namespace="6743b1a8-3716-42dc-be85-0de90f43322d"/>
    <xsd:import namespace="de1477e4-b918-493d-9608-8622830fc6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Proprietà criteri di conformità unificati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Azione interfaccia utente criteri di conformità unificati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43b1a8-3716-42dc-be85-0de90f4332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Tag immagine" ma:readOnly="false" ma:fieldId="{5cf76f15-5ced-4ddc-b409-7134ff3c332f}" ma:taxonomyMulti="true" ma:sspId="9a0dddba-1aa7-4303-8469-cd17482591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1477e4-b918-493d-9608-8622830fc6d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E98164-799D-4BF5-9DB7-6547751EBABE}">
  <ds:schemaRefs>
    <ds:schemaRef ds:uri="a5dd5d17-0ae4-4c36-9c50-01c830016c01"/>
    <ds:schemaRef ds:uri="dbebae72-c86d-49af-aa77-539fe82c552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4B75702-9183-413F-BCE1-AC230D0A0C8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7D1C00-C293-4AEC-BACB-058CDDD19B02}"/>
</file>

<file path=docMetadata/LabelInfo.xml><?xml version="1.0" encoding="utf-8"?>
<clbl:labelList xmlns:clbl="http://schemas.microsoft.com/office/2020/mipLabelMetadata">
  <clbl:label id="{52b0f5f5-f94f-4a56-aa65-58c692ebed67}" enabled="0" method="" siteId="{52b0f5f5-f94f-4a56-aa65-58c692ebed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W3_Visual Template</Template>
  <TotalTime>182</TotalTime>
  <Words>1755</Words>
  <Application>Microsoft Office PowerPoint</Application>
  <PresentationFormat>Widescreen</PresentationFormat>
  <Paragraphs>271</Paragraphs>
  <Slides>11</Slides>
  <Notes>1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7" baseType="lpstr">
      <vt:lpstr>黑体</vt:lpstr>
      <vt:lpstr>Arial</vt:lpstr>
      <vt:lpstr>Avenir Next LT Pro</vt:lpstr>
      <vt:lpstr>Calibri</vt:lpstr>
      <vt:lpstr>W3_Visual Template</vt:lpstr>
      <vt:lpstr>think-cell Slide</vt:lpstr>
      <vt:lpstr>CSRD Compliance Pathway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TITOLO DOCUMENTO</dc:title>
  <dc:creator>Frizziero Ezio</dc:creator>
  <cp:lastModifiedBy>SCS Consulting</cp:lastModifiedBy>
  <cp:revision>1</cp:revision>
  <dcterms:created xsi:type="dcterms:W3CDTF">2021-10-20T15:21:23Z</dcterms:created>
  <dcterms:modified xsi:type="dcterms:W3CDTF">2024-12-10T11:37:23Z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0x010100681C20880317454DA3358A4536D43532</vt:lpwstr>
  </property>
  <property fmtid="{D5CDD505-2E9C-101B-9397-08002B2CF9AE}" pid="3" name="MSIP_Label_5d610d34-da70-4fde-8896-8a8eb0cb2f3b_Enabled">
    <vt:lpwstr>true</vt:lpwstr>
  </property>
  <property fmtid="{D5CDD505-2E9C-101B-9397-08002B2CF9AE}" pid="4" name="MSIP_Label_5d610d34-da70-4fde-8896-8a8eb0cb2f3b_SetDate">
    <vt:lpwstr>2022-11-24T13:44:13Z</vt:lpwstr>
  </property>
  <property fmtid="{D5CDD505-2E9C-101B-9397-08002B2CF9AE}" pid="5" name="MSIP_Label_5d610d34-da70-4fde-8896-8a8eb0cb2f3b_Method">
    <vt:lpwstr>Standard</vt:lpwstr>
  </property>
  <property fmtid="{D5CDD505-2E9C-101B-9397-08002B2CF9AE}" pid="6" name="MSIP_Label_5d610d34-da70-4fde-8896-8a8eb0cb2f3b_Name">
    <vt:lpwstr>No Encryption</vt:lpwstr>
  </property>
  <property fmtid="{D5CDD505-2E9C-101B-9397-08002B2CF9AE}" pid="7" name="MSIP_Label_5d610d34-da70-4fde-8896-8a8eb0cb2f3b_SiteId">
    <vt:lpwstr>86fb8e1f-02bd-4434-96ae-aa3ef467ada8</vt:lpwstr>
  </property>
  <property fmtid="{D5CDD505-2E9C-101B-9397-08002B2CF9AE}" pid="8" name="MSIP_Label_5d610d34-da70-4fde-8896-8a8eb0cb2f3b_ActionId">
    <vt:lpwstr>faa660d2-d501-4728-82e4-a8ba7cd9d235</vt:lpwstr>
  </property>
  <property fmtid="{D5CDD505-2E9C-101B-9397-08002B2CF9AE}" pid="9" name="MSIP_Label_5d610d34-da70-4fde-8896-8a8eb0cb2f3b_ContentBits">
    <vt:lpwstr>0</vt:lpwstr>
  </property>
  <property fmtid="{D5CDD505-2E9C-101B-9397-08002B2CF9AE}" pid="10" name="MediaServiceImageTags">
    <vt:lpwstr/>
  </property>
  <property fmtid="{D5CDD505-2E9C-101B-9397-08002B2CF9AE}" pid="11" name="Order">
    <vt:r8>78600</vt:r8>
  </property>
  <property fmtid="{D5CDD505-2E9C-101B-9397-08002B2CF9AE}" pid="12" name="xd_Signature">
    <vt:bool>false</vt:bool>
  </property>
  <property fmtid="{D5CDD505-2E9C-101B-9397-08002B2CF9AE}" pid="13" name="xd_ProgID">
    <vt:lpwstr/>
  </property>
  <property fmtid="{D5CDD505-2E9C-101B-9397-08002B2CF9AE}" pid="14" name="ComplianceAssetId">
    <vt:lpwstr/>
  </property>
  <property fmtid="{D5CDD505-2E9C-101B-9397-08002B2CF9AE}" pid="15" name="TemplateUrl">
    <vt:lpwstr/>
  </property>
  <property fmtid="{D5CDD505-2E9C-101B-9397-08002B2CF9AE}" pid="16" name="_ExtendedDescription">
    <vt:lpwstr/>
  </property>
  <property fmtid="{D5CDD505-2E9C-101B-9397-08002B2CF9AE}" pid="17" name="TriggerFlowInfo">
    <vt:lpwstr/>
  </property>
</Properties>
</file>